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60" r:id="rId1"/>
  </p:sldMasterIdLst>
  <p:notesMasterIdLst>
    <p:notesMasterId r:id="rId10"/>
  </p:notesMasterIdLst>
  <p:handoutMasterIdLst>
    <p:handoutMasterId r:id="rId11"/>
  </p:handoutMasterIdLst>
  <p:sldIdLst>
    <p:sldId id="361" r:id="rId2"/>
    <p:sldId id="612" r:id="rId3"/>
    <p:sldId id="563" r:id="rId4"/>
    <p:sldId id="619" r:id="rId5"/>
    <p:sldId id="595" r:id="rId6"/>
    <p:sldId id="620" r:id="rId7"/>
    <p:sldId id="606" r:id="rId8"/>
    <p:sldId id="530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EA1676"/>
    <a:srgbClr val="FCDB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180" y="52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Relationship Id="rId4" Type="http://schemas.openxmlformats.org/officeDocument/2006/relationships/image" Target="../media/image10.PN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Relationship Id="rId4" Type="http://schemas.openxmlformats.org/officeDocument/2006/relationships/image" Target="../media/image10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4">
  <dgm:title val=""/>
  <dgm:desc val=""/>
  <dgm:catLst>
    <dgm:cat type="accent3" pri="11400"/>
  </dgm:catLst>
  <dgm:styleLbl name="node0">
    <dgm:fillClrLst meth="cycle">
      <a:schemeClr val="accent3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3">
        <a:shade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3">
        <a:shade val="50000"/>
      </a:schemeClr>
      <a:schemeClr val="accent3">
        <a:tint val="55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3">
        <a:shade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3">
        <a:shade val="80000"/>
        <a:alpha val="50000"/>
      </a:schemeClr>
      <a:schemeClr val="accent3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55000"/>
      </a:schemeClr>
    </dgm:fillClrLst>
    <dgm:linClrLst meth="repeat">
      <a:schemeClr val="accent3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55000"/>
      </a:schemeClr>
    </dgm:fillClrLst>
    <dgm:linClrLst meth="repeat">
      <a:schemeClr val="accent3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55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DFF7058-E1A7-4128-90CF-03F0A9A3F59D}" type="doc">
      <dgm:prSet loTypeId="urn:microsoft.com/office/officeart/2005/8/layout/vList2" loCatId="list" qsTypeId="urn:microsoft.com/office/officeart/2005/8/quickstyle/3d3" qsCatId="3D" csTypeId="urn:microsoft.com/office/officeart/2005/8/colors/accent3_4" csCatId="accent3" phldr="1"/>
      <dgm:spPr/>
      <dgm:t>
        <a:bodyPr/>
        <a:lstStyle/>
        <a:p>
          <a:endParaRPr lang="en-IN"/>
        </a:p>
      </dgm:t>
    </dgm:pt>
    <dgm:pt modelId="{08D2B235-0CE0-4D99-8DFD-16B5C9B8DE56}" type="pres">
      <dgm:prSet presAssocID="{7DFF7058-E1A7-4128-90CF-03F0A9A3F59D}" presName="linear" presStyleCnt="0">
        <dgm:presLayoutVars>
          <dgm:animLvl val="lvl"/>
          <dgm:resizeHandles val="exact"/>
        </dgm:presLayoutVars>
      </dgm:prSet>
      <dgm:spPr/>
    </dgm:pt>
  </dgm:ptLst>
  <dgm:cxnLst>
    <dgm:cxn modelId="{87F62A33-6055-43FA-9130-0CD6049D9859}" type="presOf" srcId="{7DFF7058-E1A7-4128-90CF-03F0A9A3F59D}" destId="{08D2B235-0CE0-4D99-8DFD-16B5C9B8DE56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97270AE-3BAD-48DE-A0B5-88654D718C83}" type="doc">
      <dgm:prSet loTypeId="urn:microsoft.com/office/officeart/2005/8/layout/arrow2" loCatId="process" qsTypeId="urn:microsoft.com/office/officeart/2005/8/quickstyle/3d1" qsCatId="3D" csTypeId="urn:microsoft.com/office/officeart/2005/8/colors/colorful2" csCatId="colorful" phldr="1"/>
      <dgm:spPr/>
    </dgm:pt>
    <dgm:pt modelId="{1CA10C49-8311-4D87-9A0F-A1061F72499B}">
      <dgm:prSet phldrT="[Text]" custT="1"/>
      <dgm:spPr/>
      <dgm:t>
        <a:bodyPr/>
        <a:lstStyle/>
        <a:p>
          <a:r>
            <a:rPr lang="en-IN" sz="2200" b="1" dirty="0">
              <a:solidFill>
                <a:schemeClr val="accent1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What is File Handling in Java?</a:t>
          </a:r>
        </a:p>
      </dgm:t>
    </dgm:pt>
    <dgm:pt modelId="{1259887B-DFD6-46F6-8C72-EF3ECCA65E42}" type="parTrans" cxnId="{104A895C-D54D-4DC2-BCF2-E9B77B9E7164}">
      <dgm:prSet/>
      <dgm:spPr/>
      <dgm:t>
        <a:bodyPr/>
        <a:lstStyle/>
        <a:p>
          <a:endParaRPr lang="en-IN" sz="2200" b="1">
            <a:solidFill>
              <a:schemeClr val="accent1">
                <a:lumMod val="75000"/>
              </a:schemeClr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5581BB7-3903-46B5-91F2-AD151E7A83A2}" type="sibTrans" cxnId="{104A895C-D54D-4DC2-BCF2-E9B77B9E7164}">
      <dgm:prSet/>
      <dgm:spPr/>
      <dgm:t>
        <a:bodyPr/>
        <a:lstStyle/>
        <a:p>
          <a:endParaRPr lang="en-IN" sz="2200" b="1">
            <a:solidFill>
              <a:schemeClr val="accent1">
                <a:lumMod val="75000"/>
              </a:schemeClr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CEED6BF-28AE-402B-B48B-994862745CC4}">
      <dgm:prSet phldrT="[Text]" custT="1"/>
      <dgm:spPr/>
      <dgm:t>
        <a:bodyPr/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b="1" kern="1200" dirty="0">
              <a:solidFill>
                <a:schemeClr val="accent1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File Methods</a:t>
          </a:r>
        </a:p>
      </dgm:t>
    </dgm:pt>
    <dgm:pt modelId="{DA6F5219-0112-4B16-B361-A7EC68B74F7E}" type="parTrans" cxnId="{37AD9CF9-DFC9-428A-B863-5E6005EBE40D}">
      <dgm:prSet/>
      <dgm:spPr/>
      <dgm:t>
        <a:bodyPr/>
        <a:lstStyle/>
        <a:p>
          <a:endParaRPr lang="en-IN" sz="2200" b="1">
            <a:solidFill>
              <a:schemeClr val="accent1">
                <a:lumMod val="75000"/>
              </a:schemeClr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40E3562-AA86-48A0-856C-7899DBCFB41F}" type="sibTrans" cxnId="{37AD9CF9-DFC9-428A-B863-5E6005EBE40D}">
      <dgm:prSet/>
      <dgm:spPr/>
      <dgm:t>
        <a:bodyPr/>
        <a:lstStyle/>
        <a:p>
          <a:endParaRPr lang="en-IN" sz="2200" b="1">
            <a:solidFill>
              <a:schemeClr val="accent1">
                <a:lumMod val="75000"/>
              </a:schemeClr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3F0D68B-0844-4B47-98D6-2918E234965A}">
      <dgm:prSet phldrT="[Text]" custT="1"/>
      <dgm:spPr/>
      <dgm:t>
        <a:bodyPr/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b="1" kern="1200" dirty="0">
              <a:solidFill>
                <a:schemeClr val="accent1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File Operations</a:t>
          </a:r>
        </a:p>
      </dgm:t>
    </dgm:pt>
    <dgm:pt modelId="{5748CBC5-170C-4CB6-8CA0-7ED4668FBD28}" type="parTrans" cxnId="{DD3431ED-9325-48AD-BE30-1714B9FBF453}">
      <dgm:prSet/>
      <dgm:spPr/>
      <dgm:t>
        <a:bodyPr/>
        <a:lstStyle/>
        <a:p>
          <a:endParaRPr lang="en-IN" sz="2200" b="1">
            <a:solidFill>
              <a:schemeClr val="accent1">
                <a:lumMod val="75000"/>
              </a:schemeClr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1EBBA46-A725-4E7A-AB0B-9A3D5FB33894}" type="sibTrans" cxnId="{DD3431ED-9325-48AD-BE30-1714B9FBF453}">
      <dgm:prSet/>
      <dgm:spPr/>
      <dgm:t>
        <a:bodyPr/>
        <a:lstStyle/>
        <a:p>
          <a:endParaRPr lang="en-IN" sz="2200" b="1">
            <a:solidFill>
              <a:schemeClr val="accent1">
                <a:lumMod val="75000"/>
              </a:schemeClr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A1CB7D3-793C-41ED-A956-5BBA88493E15}" type="pres">
      <dgm:prSet presAssocID="{B97270AE-3BAD-48DE-A0B5-88654D718C83}" presName="arrowDiagram" presStyleCnt="0">
        <dgm:presLayoutVars>
          <dgm:chMax val="5"/>
          <dgm:dir/>
          <dgm:resizeHandles val="exact"/>
        </dgm:presLayoutVars>
      </dgm:prSet>
      <dgm:spPr/>
    </dgm:pt>
    <dgm:pt modelId="{2AA08163-159F-42DC-8A5A-A91299DB267B}" type="pres">
      <dgm:prSet presAssocID="{B97270AE-3BAD-48DE-A0B5-88654D718C83}" presName="arrow" presStyleLbl="bgShp" presStyleIdx="0" presStyleCnt="1"/>
      <dgm:spPr/>
    </dgm:pt>
    <dgm:pt modelId="{67C29240-4566-4A3F-A9A4-B4957CC42823}" type="pres">
      <dgm:prSet presAssocID="{B97270AE-3BAD-48DE-A0B5-88654D718C83}" presName="arrowDiagram3" presStyleCnt="0"/>
      <dgm:spPr/>
    </dgm:pt>
    <dgm:pt modelId="{9F92BE5A-6D3E-41B0-922C-329E9E64C779}" type="pres">
      <dgm:prSet presAssocID="{1CA10C49-8311-4D87-9A0F-A1061F72499B}" presName="bullet3a" presStyleLbl="node1" presStyleIdx="0" presStyleCnt="3"/>
      <dgm:spPr/>
    </dgm:pt>
    <dgm:pt modelId="{0E6DD510-4D2E-41F1-8BFE-27E15389F0F8}" type="pres">
      <dgm:prSet presAssocID="{1CA10C49-8311-4D87-9A0F-A1061F72499B}" presName="textBox3a" presStyleLbl="revTx" presStyleIdx="0" presStyleCnt="3" custScaleX="248035" custLinFactNeighborX="79083" custLinFactNeighborY="-1574">
        <dgm:presLayoutVars>
          <dgm:bulletEnabled val="1"/>
        </dgm:presLayoutVars>
      </dgm:prSet>
      <dgm:spPr/>
    </dgm:pt>
    <dgm:pt modelId="{1B605B1A-B87F-4F70-A2D9-F19E2BE84FE4}" type="pres">
      <dgm:prSet presAssocID="{2CEED6BF-28AE-402B-B48B-994862745CC4}" presName="bullet3b" presStyleLbl="node1" presStyleIdx="1" presStyleCnt="3"/>
      <dgm:spPr/>
    </dgm:pt>
    <dgm:pt modelId="{5690B5B2-F124-4F7E-ADDD-271F2F6DFB06}" type="pres">
      <dgm:prSet presAssocID="{2CEED6BF-28AE-402B-B48B-994862745CC4}" presName="textBox3b" presStyleLbl="revTx" presStyleIdx="1" presStyleCnt="3" custScaleX="167476" custLinFactNeighborX="35345" custLinFactNeighborY="3223">
        <dgm:presLayoutVars>
          <dgm:bulletEnabled val="1"/>
        </dgm:presLayoutVars>
      </dgm:prSet>
      <dgm:spPr/>
    </dgm:pt>
    <dgm:pt modelId="{9806BE4B-02F3-4F9C-9E85-34C8295A2926}" type="pres">
      <dgm:prSet presAssocID="{73F0D68B-0844-4B47-98D6-2918E234965A}" presName="bullet3c" presStyleLbl="node1" presStyleIdx="2" presStyleCnt="3"/>
      <dgm:spPr/>
    </dgm:pt>
    <dgm:pt modelId="{E2840F4B-459B-4149-A942-36B4A7E48FBD}" type="pres">
      <dgm:prSet presAssocID="{73F0D68B-0844-4B47-98D6-2918E234965A}" presName="textBox3c" presStyleLbl="revTx" presStyleIdx="2" presStyleCnt="3">
        <dgm:presLayoutVars>
          <dgm:bulletEnabled val="1"/>
        </dgm:presLayoutVars>
      </dgm:prSet>
      <dgm:spPr/>
    </dgm:pt>
  </dgm:ptLst>
  <dgm:cxnLst>
    <dgm:cxn modelId="{188CE13F-F703-4DB6-A7E5-86D1A8D7D0B8}" type="presOf" srcId="{1CA10C49-8311-4D87-9A0F-A1061F72499B}" destId="{0E6DD510-4D2E-41F1-8BFE-27E15389F0F8}" srcOrd="0" destOrd="0" presId="urn:microsoft.com/office/officeart/2005/8/layout/arrow2"/>
    <dgm:cxn modelId="{104A895C-D54D-4DC2-BCF2-E9B77B9E7164}" srcId="{B97270AE-3BAD-48DE-A0B5-88654D718C83}" destId="{1CA10C49-8311-4D87-9A0F-A1061F72499B}" srcOrd="0" destOrd="0" parTransId="{1259887B-DFD6-46F6-8C72-EF3ECCA65E42}" sibTransId="{15581BB7-3903-46B5-91F2-AD151E7A83A2}"/>
    <dgm:cxn modelId="{D26070AF-606D-40FC-9796-681724F9547D}" type="presOf" srcId="{B97270AE-3BAD-48DE-A0B5-88654D718C83}" destId="{0A1CB7D3-793C-41ED-A956-5BBA88493E15}" srcOrd="0" destOrd="0" presId="urn:microsoft.com/office/officeart/2005/8/layout/arrow2"/>
    <dgm:cxn modelId="{C2970CB6-AC14-488D-AE3C-EEEE2F4F5A7D}" type="presOf" srcId="{2CEED6BF-28AE-402B-B48B-994862745CC4}" destId="{5690B5B2-F124-4F7E-ADDD-271F2F6DFB06}" srcOrd="0" destOrd="0" presId="urn:microsoft.com/office/officeart/2005/8/layout/arrow2"/>
    <dgm:cxn modelId="{440982CC-BEC8-419A-91DD-D7B0A65A97D7}" type="presOf" srcId="{73F0D68B-0844-4B47-98D6-2918E234965A}" destId="{E2840F4B-459B-4149-A942-36B4A7E48FBD}" srcOrd="0" destOrd="0" presId="urn:microsoft.com/office/officeart/2005/8/layout/arrow2"/>
    <dgm:cxn modelId="{DD3431ED-9325-48AD-BE30-1714B9FBF453}" srcId="{B97270AE-3BAD-48DE-A0B5-88654D718C83}" destId="{73F0D68B-0844-4B47-98D6-2918E234965A}" srcOrd="2" destOrd="0" parTransId="{5748CBC5-170C-4CB6-8CA0-7ED4668FBD28}" sibTransId="{71EBBA46-A725-4E7A-AB0B-9A3D5FB33894}"/>
    <dgm:cxn modelId="{37AD9CF9-DFC9-428A-B863-5E6005EBE40D}" srcId="{B97270AE-3BAD-48DE-A0B5-88654D718C83}" destId="{2CEED6BF-28AE-402B-B48B-994862745CC4}" srcOrd="1" destOrd="0" parTransId="{DA6F5219-0112-4B16-B361-A7EC68B74F7E}" sibTransId="{740E3562-AA86-48A0-856C-7899DBCFB41F}"/>
    <dgm:cxn modelId="{85B1E3C2-4E21-4C20-9EB6-B16E28BD887D}" type="presParOf" srcId="{0A1CB7D3-793C-41ED-A956-5BBA88493E15}" destId="{2AA08163-159F-42DC-8A5A-A91299DB267B}" srcOrd="0" destOrd="0" presId="urn:microsoft.com/office/officeart/2005/8/layout/arrow2"/>
    <dgm:cxn modelId="{D678C62F-3F28-40CF-BF6D-F00FC91EE26C}" type="presParOf" srcId="{0A1CB7D3-793C-41ED-A956-5BBA88493E15}" destId="{67C29240-4566-4A3F-A9A4-B4957CC42823}" srcOrd="1" destOrd="0" presId="urn:microsoft.com/office/officeart/2005/8/layout/arrow2"/>
    <dgm:cxn modelId="{43E1A6EB-EA2D-4E3B-98BD-FC837EE44F66}" type="presParOf" srcId="{67C29240-4566-4A3F-A9A4-B4957CC42823}" destId="{9F92BE5A-6D3E-41B0-922C-329E9E64C779}" srcOrd="0" destOrd="0" presId="urn:microsoft.com/office/officeart/2005/8/layout/arrow2"/>
    <dgm:cxn modelId="{B187A726-0638-49C2-A70F-A247A3C2A133}" type="presParOf" srcId="{67C29240-4566-4A3F-A9A4-B4957CC42823}" destId="{0E6DD510-4D2E-41F1-8BFE-27E15389F0F8}" srcOrd="1" destOrd="0" presId="urn:microsoft.com/office/officeart/2005/8/layout/arrow2"/>
    <dgm:cxn modelId="{2780ECEC-4C4A-4032-9B98-74C98E72A931}" type="presParOf" srcId="{67C29240-4566-4A3F-A9A4-B4957CC42823}" destId="{1B605B1A-B87F-4F70-A2D9-F19E2BE84FE4}" srcOrd="2" destOrd="0" presId="urn:microsoft.com/office/officeart/2005/8/layout/arrow2"/>
    <dgm:cxn modelId="{A75FF9FA-CBC8-4AEB-901F-5E2CE02F65DD}" type="presParOf" srcId="{67C29240-4566-4A3F-A9A4-B4957CC42823}" destId="{5690B5B2-F124-4F7E-ADDD-271F2F6DFB06}" srcOrd="3" destOrd="0" presId="urn:microsoft.com/office/officeart/2005/8/layout/arrow2"/>
    <dgm:cxn modelId="{B8120744-DE0D-4CF9-968E-9FC181F67CC6}" type="presParOf" srcId="{67C29240-4566-4A3F-A9A4-B4957CC42823}" destId="{9806BE4B-02F3-4F9C-9E85-34C8295A2926}" srcOrd="4" destOrd="0" presId="urn:microsoft.com/office/officeart/2005/8/layout/arrow2"/>
    <dgm:cxn modelId="{E03E686F-5752-4202-8A11-84C6C589174B}" type="presParOf" srcId="{67C29240-4566-4A3F-A9A4-B4957CC42823}" destId="{E2840F4B-459B-4149-A942-36B4A7E48FBD}" srcOrd="5" destOrd="0" presId="urn:microsoft.com/office/officeart/2005/8/layout/arrow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205ABF1-A793-4065-AFF4-01BCC6521857}" type="doc">
      <dgm:prSet loTypeId="urn:microsoft.com/office/officeart/2005/8/layout/vProcess5" loCatId="process" qsTypeId="urn:microsoft.com/office/officeart/2005/8/quickstyle/3d1" qsCatId="3D" csTypeId="urn:microsoft.com/office/officeart/2005/8/colors/colorful1" csCatId="colorful" phldr="1"/>
      <dgm:spPr/>
      <dgm:t>
        <a:bodyPr/>
        <a:lstStyle/>
        <a:p>
          <a:endParaRPr lang="en-IN"/>
        </a:p>
      </dgm:t>
    </dgm:pt>
    <dgm:pt modelId="{66F42A81-285B-4CB6-A5A3-79E7967582B0}">
      <dgm:prSet phldrT="[Text]" custT="1"/>
      <dgm:spPr/>
      <dgm:t>
        <a:bodyPr/>
        <a:lstStyle/>
        <a:p>
          <a:r>
            <a:rPr lang="en-US" sz="2000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R</a:t>
          </a:r>
          <a:r>
            <a:rPr lang="en-US" sz="2000" b="0" i="0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eading from and writing data to a file</a:t>
          </a:r>
          <a:endParaRPr lang="en-IN" sz="2000" dirty="0">
            <a:solidFill>
              <a:schemeClr val="tx1">
                <a:lumMod val="95000"/>
                <a:lumOff val="5000"/>
              </a:schemeClr>
            </a:solidFill>
          </a:endParaRPr>
        </a:p>
      </dgm:t>
    </dgm:pt>
    <dgm:pt modelId="{C63CCA93-CDD7-4FAB-AB99-C892765750C7}" type="parTrans" cxnId="{38B29FF2-7FC5-47F3-811D-3A6BF4E3FB0C}">
      <dgm:prSet/>
      <dgm:spPr/>
      <dgm:t>
        <a:bodyPr/>
        <a:lstStyle/>
        <a:p>
          <a:endParaRPr lang="en-IN" sz="2000">
            <a:solidFill>
              <a:schemeClr val="tx1">
                <a:lumMod val="95000"/>
                <a:lumOff val="5000"/>
              </a:schemeClr>
            </a:solidFill>
          </a:endParaRPr>
        </a:p>
      </dgm:t>
    </dgm:pt>
    <dgm:pt modelId="{7EEBC942-4D25-48CD-851F-484153006145}" type="sibTrans" cxnId="{38B29FF2-7FC5-47F3-811D-3A6BF4E3FB0C}">
      <dgm:prSet custT="1"/>
      <dgm:spPr/>
      <dgm:t>
        <a:bodyPr/>
        <a:lstStyle/>
        <a:p>
          <a:endParaRPr lang="en-IN" sz="2000">
            <a:solidFill>
              <a:schemeClr val="tx1">
                <a:lumMod val="95000"/>
                <a:lumOff val="5000"/>
              </a:schemeClr>
            </a:solidFill>
          </a:endParaRPr>
        </a:p>
      </dgm:t>
    </dgm:pt>
    <dgm:pt modelId="{6FC89334-8282-450D-A256-2A9998DDB60F}">
      <dgm:prSet phldrT="[Text]" custT="1"/>
      <dgm:spPr/>
      <dgm:t>
        <a:bodyPr/>
        <a:lstStyle/>
        <a:p>
          <a:r>
            <a:rPr lang="en-US" sz="2000" b="1" i="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rPr>
            <a:t>java.io package</a:t>
          </a:r>
          <a:r>
            <a:rPr lang="en-US" sz="2000" b="0" i="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rPr>
            <a:t>, allows us to work with different formats of files</a:t>
          </a:r>
          <a:endParaRPr lang="en-IN" sz="2000" dirty="0">
            <a:solidFill>
              <a:schemeClr val="tx1">
                <a:lumMod val="95000"/>
                <a:lumOff val="5000"/>
              </a:schemeClr>
            </a:solidFill>
          </a:endParaRPr>
        </a:p>
      </dgm:t>
    </dgm:pt>
    <dgm:pt modelId="{DAE3F148-6B2A-4E14-9D85-69BCF358DC84}" type="parTrans" cxnId="{ACF65455-FDF4-4993-933C-CD797B8CE7D0}">
      <dgm:prSet/>
      <dgm:spPr/>
      <dgm:t>
        <a:bodyPr/>
        <a:lstStyle/>
        <a:p>
          <a:endParaRPr lang="en-IN" sz="2000">
            <a:solidFill>
              <a:schemeClr val="tx1">
                <a:lumMod val="95000"/>
                <a:lumOff val="5000"/>
              </a:schemeClr>
            </a:solidFill>
          </a:endParaRPr>
        </a:p>
      </dgm:t>
    </dgm:pt>
    <dgm:pt modelId="{BF400CC9-5402-494D-874F-05BD2985C3C8}" type="sibTrans" cxnId="{ACF65455-FDF4-4993-933C-CD797B8CE7D0}">
      <dgm:prSet custT="1"/>
      <dgm:spPr/>
      <dgm:t>
        <a:bodyPr/>
        <a:lstStyle/>
        <a:p>
          <a:endParaRPr lang="en-IN" sz="2000">
            <a:solidFill>
              <a:schemeClr val="tx1">
                <a:lumMod val="95000"/>
                <a:lumOff val="5000"/>
              </a:schemeClr>
            </a:solidFill>
          </a:endParaRPr>
        </a:p>
      </dgm:t>
    </dgm:pt>
    <dgm:pt modelId="{DD82E170-F502-4A3D-9778-C98BEC223A4B}">
      <dgm:prSet phldrT="[Text]" custT="1"/>
      <dgm:spPr/>
      <dgm:t>
        <a:bodyPr/>
        <a:lstStyle/>
        <a:p>
          <a:r>
            <a:rPr lang="en-US" sz="2000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Use Streams to make I/O operations</a:t>
          </a:r>
          <a:endParaRPr lang="en-IN" sz="2000" dirty="0">
            <a:solidFill>
              <a:schemeClr val="tx1">
                <a:lumMod val="95000"/>
                <a:lumOff val="5000"/>
              </a:schemeClr>
            </a:solidFill>
          </a:endParaRPr>
        </a:p>
      </dgm:t>
    </dgm:pt>
    <dgm:pt modelId="{D6AA5E42-FDBD-4B27-8C0D-26D5E6650255}" type="parTrans" cxnId="{73E441F4-7056-4139-8B8D-45BCA0513849}">
      <dgm:prSet/>
      <dgm:spPr/>
      <dgm:t>
        <a:bodyPr/>
        <a:lstStyle/>
        <a:p>
          <a:endParaRPr lang="en-IN" sz="2000">
            <a:solidFill>
              <a:schemeClr val="tx1">
                <a:lumMod val="95000"/>
                <a:lumOff val="5000"/>
              </a:schemeClr>
            </a:solidFill>
          </a:endParaRPr>
        </a:p>
      </dgm:t>
    </dgm:pt>
    <dgm:pt modelId="{AFDFBF46-8A1E-4C84-BCC4-E61631FD137C}" type="sibTrans" cxnId="{73E441F4-7056-4139-8B8D-45BCA0513849}">
      <dgm:prSet custT="1"/>
      <dgm:spPr/>
      <dgm:t>
        <a:bodyPr/>
        <a:lstStyle/>
        <a:p>
          <a:endParaRPr lang="en-IN" sz="2000">
            <a:solidFill>
              <a:schemeClr val="tx1">
                <a:lumMod val="95000"/>
                <a:lumOff val="5000"/>
              </a:schemeClr>
            </a:solidFill>
          </a:endParaRPr>
        </a:p>
      </dgm:t>
    </dgm:pt>
    <dgm:pt modelId="{C1967551-B463-4883-96FA-5DE92B15F4E5}">
      <dgm:prSet phldrT="[Text]" custT="1"/>
      <dgm:spPr/>
      <dgm:t>
        <a:bodyPr/>
        <a:lstStyle/>
        <a:p>
          <a:r>
            <a:rPr lang="en-US" sz="2000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File Obj = new File("filename.txt");</a:t>
          </a:r>
          <a:endParaRPr lang="en-IN" sz="2000" dirty="0">
            <a:solidFill>
              <a:schemeClr val="tx1">
                <a:lumMod val="95000"/>
                <a:lumOff val="5000"/>
              </a:schemeClr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DC3707C-994D-4C13-BF72-07176A7F6B9E}" type="parTrans" cxnId="{1798D007-57AB-4507-8B3A-3FD2179D0DA7}">
      <dgm:prSet/>
      <dgm:spPr/>
      <dgm:t>
        <a:bodyPr/>
        <a:lstStyle/>
        <a:p>
          <a:endParaRPr lang="en-IN" sz="2000">
            <a:solidFill>
              <a:schemeClr val="tx1">
                <a:lumMod val="95000"/>
                <a:lumOff val="5000"/>
              </a:schemeClr>
            </a:solidFill>
          </a:endParaRPr>
        </a:p>
      </dgm:t>
    </dgm:pt>
    <dgm:pt modelId="{14E873F3-2661-4585-A1E9-DA1E4345C85E}" type="sibTrans" cxnId="{1798D007-57AB-4507-8B3A-3FD2179D0DA7}">
      <dgm:prSet/>
      <dgm:spPr/>
      <dgm:t>
        <a:bodyPr/>
        <a:lstStyle/>
        <a:p>
          <a:endParaRPr lang="en-IN" sz="2000">
            <a:solidFill>
              <a:schemeClr val="tx1">
                <a:lumMod val="95000"/>
                <a:lumOff val="5000"/>
              </a:schemeClr>
            </a:solidFill>
          </a:endParaRPr>
        </a:p>
      </dgm:t>
    </dgm:pt>
    <dgm:pt modelId="{E289B750-2B7D-46D0-AC5B-7CFB752C66D7}" type="pres">
      <dgm:prSet presAssocID="{B205ABF1-A793-4065-AFF4-01BCC6521857}" presName="outerComposite" presStyleCnt="0">
        <dgm:presLayoutVars>
          <dgm:chMax val="5"/>
          <dgm:dir/>
          <dgm:resizeHandles val="exact"/>
        </dgm:presLayoutVars>
      </dgm:prSet>
      <dgm:spPr/>
    </dgm:pt>
    <dgm:pt modelId="{54B59B29-9753-4D64-8E18-CAF0234CA15B}" type="pres">
      <dgm:prSet presAssocID="{B205ABF1-A793-4065-AFF4-01BCC6521857}" presName="dummyMaxCanvas" presStyleCnt="0">
        <dgm:presLayoutVars/>
      </dgm:prSet>
      <dgm:spPr/>
    </dgm:pt>
    <dgm:pt modelId="{6A854E77-7AA8-4D62-B683-1137F5F6C012}" type="pres">
      <dgm:prSet presAssocID="{B205ABF1-A793-4065-AFF4-01BCC6521857}" presName="FourNodes_1" presStyleLbl="node1" presStyleIdx="0" presStyleCnt="4">
        <dgm:presLayoutVars>
          <dgm:bulletEnabled val="1"/>
        </dgm:presLayoutVars>
      </dgm:prSet>
      <dgm:spPr/>
    </dgm:pt>
    <dgm:pt modelId="{F633099D-07E4-4BC7-90C2-FD3CB7D11871}" type="pres">
      <dgm:prSet presAssocID="{B205ABF1-A793-4065-AFF4-01BCC6521857}" presName="FourNodes_2" presStyleLbl="node1" presStyleIdx="1" presStyleCnt="4">
        <dgm:presLayoutVars>
          <dgm:bulletEnabled val="1"/>
        </dgm:presLayoutVars>
      </dgm:prSet>
      <dgm:spPr/>
    </dgm:pt>
    <dgm:pt modelId="{DAC6FC21-DB57-4796-B13E-0067045C00C4}" type="pres">
      <dgm:prSet presAssocID="{B205ABF1-A793-4065-AFF4-01BCC6521857}" presName="FourNodes_3" presStyleLbl="node1" presStyleIdx="2" presStyleCnt="4">
        <dgm:presLayoutVars>
          <dgm:bulletEnabled val="1"/>
        </dgm:presLayoutVars>
      </dgm:prSet>
      <dgm:spPr/>
    </dgm:pt>
    <dgm:pt modelId="{502DC2F1-0114-4B88-BF48-8B333498E85C}" type="pres">
      <dgm:prSet presAssocID="{B205ABF1-A793-4065-AFF4-01BCC6521857}" presName="FourNodes_4" presStyleLbl="node1" presStyleIdx="3" presStyleCnt="4">
        <dgm:presLayoutVars>
          <dgm:bulletEnabled val="1"/>
        </dgm:presLayoutVars>
      </dgm:prSet>
      <dgm:spPr/>
    </dgm:pt>
    <dgm:pt modelId="{0895C37C-92EE-468B-8CEB-4A6AF844F6E0}" type="pres">
      <dgm:prSet presAssocID="{B205ABF1-A793-4065-AFF4-01BCC6521857}" presName="FourConn_1-2" presStyleLbl="fgAccFollowNode1" presStyleIdx="0" presStyleCnt="3">
        <dgm:presLayoutVars>
          <dgm:bulletEnabled val="1"/>
        </dgm:presLayoutVars>
      </dgm:prSet>
      <dgm:spPr/>
    </dgm:pt>
    <dgm:pt modelId="{17478CE4-6053-499F-9804-202C37D35BF5}" type="pres">
      <dgm:prSet presAssocID="{B205ABF1-A793-4065-AFF4-01BCC6521857}" presName="FourConn_2-3" presStyleLbl="fgAccFollowNode1" presStyleIdx="1" presStyleCnt="3">
        <dgm:presLayoutVars>
          <dgm:bulletEnabled val="1"/>
        </dgm:presLayoutVars>
      </dgm:prSet>
      <dgm:spPr/>
    </dgm:pt>
    <dgm:pt modelId="{0C8B0F9A-A609-4951-9A35-AA696FCF78A5}" type="pres">
      <dgm:prSet presAssocID="{B205ABF1-A793-4065-AFF4-01BCC6521857}" presName="FourConn_3-4" presStyleLbl="fgAccFollowNode1" presStyleIdx="2" presStyleCnt="3">
        <dgm:presLayoutVars>
          <dgm:bulletEnabled val="1"/>
        </dgm:presLayoutVars>
      </dgm:prSet>
      <dgm:spPr/>
    </dgm:pt>
    <dgm:pt modelId="{5344A090-238F-4272-B95A-85B50E71658B}" type="pres">
      <dgm:prSet presAssocID="{B205ABF1-A793-4065-AFF4-01BCC6521857}" presName="FourNodes_1_text" presStyleLbl="node1" presStyleIdx="3" presStyleCnt="4">
        <dgm:presLayoutVars>
          <dgm:bulletEnabled val="1"/>
        </dgm:presLayoutVars>
      </dgm:prSet>
      <dgm:spPr/>
    </dgm:pt>
    <dgm:pt modelId="{BADD3A50-A106-4C5D-B889-22824CA8BCC2}" type="pres">
      <dgm:prSet presAssocID="{B205ABF1-A793-4065-AFF4-01BCC6521857}" presName="FourNodes_2_text" presStyleLbl="node1" presStyleIdx="3" presStyleCnt="4">
        <dgm:presLayoutVars>
          <dgm:bulletEnabled val="1"/>
        </dgm:presLayoutVars>
      </dgm:prSet>
      <dgm:spPr/>
    </dgm:pt>
    <dgm:pt modelId="{A22921CF-A6AC-406A-98E6-A7591CCB186F}" type="pres">
      <dgm:prSet presAssocID="{B205ABF1-A793-4065-AFF4-01BCC6521857}" presName="FourNodes_3_text" presStyleLbl="node1" presStyleIdx="3" presStyleCnt="4">
        <dgm:presLayoutVars>
          <dgm:bulletEnabled val="1"/>
        </dgm:presLayoutVars>
      </dgm:prSet>
      <dgm:spPr/>
    </dgm:pt>
    <dgm:pt modelId="{46A96553-160B-4325-8E5D-78C27BAF04E0}" type="pres">
      <dgm:prSet presAssocID="{B205ABF1-A793-4065-AFF4-01BCC6521857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1798D007-57AB-4507-8B3A-3FD2179D0DA7}" srcId="{B205ABF1-A793-4065-AFF4-01BCC6521857}" destId="{C1967551-B463-4883-96FA-5DE92B15F4E5}" srcOrd="3" destOrd="0" parTransId="{5DC3707C-994D-4C13-BF72-07176A7F6B9E}" sibTransId="{14E873F3-2661-4585-A1E9-DA1E4345C85E}"/>
    <dgm:cxn modelId="{39A48228-CC69-4894-9F3C-21CA91A6E99F}" type="presOf" srcId="{66F42A81-285B-4CB6-A5A3-79E7967582B0}" destId="{6A854E77-7AA8-4D62-B683-1137F5F6C012}" srcOrd="0" destOrd="0" presId="urn:microsoft.com/office/officeart/2005/8/layout/vProcess5"/>
    <dgm:cxn modelId="{1A38EA37-84D5-49D6-BA8F-631D7A2F734C}" type="presOf" srcId="{C1967551-B463-4883-96FA-5DE92B15F4E5}" destId="{46A96553-160B-4325-8E5D-78C27BAF04E0}" srcOrd="1" destOrd="0" presId="urn:microsoft.com/office/officeart/2005/8/layout/vProcess5"/>
    <dgm:cxn modelId="{3439E266-18AF-4C9D-9A37-E5E1C0AC5D8D}" type="presOf" srcId="{DD82E170-F502-4A3D-9778-C98BEC223A4B}" destId="{DAC6FC21-DB57-4796-B13E-0067045C00C4}" srcOrd="0" destOrd="0" presId="urn:microsoft.com/office/officeart/2005/8/layout/vProcess5"/>
    <dgm:cxn modelId="{A2B7986C-BEED-4ACC-8DB3-A5996C54676D}" type="presOf" srcId="{DD82E170-F502-4A3D-9778-C98BEC223A4B}" destId="{A22921CF-A6AC-406A-98E6-A7591CCB186F}" srcOrd="1" destOrd="0" presId="urn:microsoft.com/office/officeart/2005/8/layout/vProcess5"/>
    <dgm:cxn modelId="{A512B373-EECD-42B5-8AC6-6B7A15E8C157}" type="presOf" srcId="{B205ABF1-A793-4065-AFF4-01BCC6521857}" destId="{E289B750-2B7D-46D0-AC5B-7CFB752C66D7}" srcOrd="0" destOrd="0" presId="urn:microsoft.com/office/officeart/2005/8/layout/vProcess5"/>
    <dgm:cxn modelId="{ACF65455-FDF4-4993-933C-CD797B8CE7D0}" srcId="{B205ABF1-A793-4065-AFF4-01BCC6521857}" destId="{6FC89334-8282-450D-A256-2A9998DDB60F}" srcOrd="1" destOrd="0" parTransId="{DAE3F148-6B2A-4E14-9D85-69BCF358DC84}" sibTransId="{BF400CC9-5402-494D-874F-05BD2985C3C8}"/>
    <dgm:cxn modelId="{D335CC5A-0F25-496A-B6FF-46D205B0B831}" type="presOf" srcId="{6FC89334-8282-450D-A256-2A9998DDB60F}" destId="{F633099D-07E4-4BC7-90C2-FD3CB7D11871}" srcOrd="0" destOrd="0" presId="urn:microsoft.com/office/officeart/2005/8/layout/vProcess5"/>
    <dgm:cxn modelId="{74471D7C-5821-4051-9072-4893B5834568}" type="presOf" srcId="{6FC89334-8282-450D-A256-2A9998DDB60F}" destId="{BADD3A50-A106-4C5D-B889-22824CA8BCC2}" srcOrd="1" destOrd="0" presId="urn:microsoft.com/office/officeart/2005/8/layout/vProcess5"/>
    <dgm:cxn modelId="{53E2A189-AEE4-4992-82E6-2D691DA8D607}" type="presOf" srcId="{C1967551-B463-4883-96FA-5DE92B15F4E5}" destId="{502DC2F1-0114-4B88-BF48-8B333498E85C}" srcOrd="0" destOrd="0" presId="urn:microsoft.com/office/officeart/2005/8/layout/vProcess5"/>
    <dgm:cxn modelId="{0D8823AF-E702-4769-B10F-39EEC6CF113F}" type="presOf" srcId="{66F42A81-285B-4CB6-A5A3-79E7967582B0}" destId="{5344A090-238F-4272-B95A-85B50E71658B}" srcOrd="1" destOrd="0" presId="urn:microsoft.com/office/officeart/2005/8/layout/vProcess5"/>
    <dgm:cxn modelId="{A9768AC4-421D-4228-84A1-FE29580FF68E}" type="presOf" srcId="{7EEBC942-4D25-48CD-851F-484153006145}" destId="{0895C37C-92EE-468B-8CEB-4A6AF844F6E0}" srcOrd="0" destOrd="0" presId="urn:microsoft.com/office/officeart/2005/8/layout/vProcess5"/>
    <dgm:cxn modelId="{123F9AC6-457A-4D78-8617-CBBEC8B1E02B}" type="presOf" srcId="{BF400CC9-5402-494D-874F-05BD2985C3C8}" destId="{17478CE4-6053-499F-9804-202C37D35BF5}" srcOrd="0" destOrd="0" presId="urn:microsoft.com/office/officeart/2005/8/layout/vProcess5"/>
    <dgm:cxn modelId="{38B29FF2-7FC5-47F3-811D-3A6BF4E3FB0C}" srcId="{B205ABF1-A793-4065-AFF4-01BCC6521857}" destId="{66F42A81-285B-4CB6-A5A3-79E7967582B0}" srcOrd="0" destOrd="0" parTransId="{C63CCA93-CDD7-4FAB-AB99-C892765750C7}" sibTransId="{7EEBC942-4D25-48CD-851F-484153006145}"/>
    <dgm:cxn modelId="{73E441F4-7056-4139-8B8D-45BCA0513849}" srcId="{B205ABF1-A793-4065-AFF4-01BCC6521857}" destId="{DD82E170-F502-4A3D-9778-C98BEC223A4B}" srcOrd="2" destOrd="0" parTransId="{D6AA5E42-FDBD-4B27-8C0D-26D5E6650255}" sibTransId="{AFDFBF46-8A1E-4C84-BCC4-E61631FD137C}"/>
    <dgm:cxn modelId="{C6E1E8FC-0F5F-4EC1-98AE-09108EC95D53}" type="presOf" srcId="{AFDFBF46-8A1E-4C84-BCC4-E61631FD137C}" destId="{0C8B0F9A-A609-4951-9A35-AA696FCF78A5}" srcOrd="0" destOrd="0" presId="urn:microsoft.com/office/officeart/2005/8/layout/vProcess5"/>
    <dgm:cxn modelId="{BA03C3F4-DCA3-44D8-AA59-7B832076D05B}" type="presParOf" srcId="{E289B750-2B7D-46D0-AC5B-7CFB752C66D7}" destId="{54B59B29-9753-4D64-8E18-CAF0234CA15B}" srcOrd="0" destOrd="0" presId="urn:microsoft.com/office/officeart/2005/8/layout/vProcess5"/>
    <dgm:cxn modelId="{4CD6D33A-CCBB-4164-8294-CD4FF350F122}" type="presParOf" srcId="{E289B750-2B7D-46D0-AC5B-7CFB752C66D7}" destId="{6A854E77-7AA8-4D62-B683-1137F5F6C012}" srcOrd="1" destOrd="0" presId="urn:microsoft.com/office/officeart/2005/8/layout/vProcess5"/>
    <dgm:cxn modelId="{A1A83A0C-3E60-4F48-9562-98601E42134A}" type="presParOf" srcId="{E289B750-2B7D-46D0-AC5B-7CFB752C66D7}" destId="{F633099D-07E4-4BC7-90C2-FD3CB7D11871}" srcOrd="2" destOrd="0" presId="urn:microsoft.com/office/officeart/2005/8/layout/vProcess5"/>
    <dgm:cxn modelId="{5AE92D67-454A-4D98-B66B-0E425CDF4F84}" type="presParOf" srcId="{E289B750-2B7D-46D0-AC5B-7CFB752C66D7}" destId="{DAC6FC21-DB57-4796-B13E-0067045C00C4}" srcOrd="3" destOrd="0" presId="urn:microsoft.com/office/officeart/2005/8/layout/vProcess5"/>
    <dgm:cxn modelId="{03773B5D-E4D0-4FDD-BACA-548338FDBD13}" type="presParOf" srcId="{E289B750-2B7D-46D0-AC5B-7CFB752C66D7}" destId="{502DC2F1-0114-4B88-BF48-8B333498E85C}" srcOrd="4" destOrd="0" presId="urn:microsoft.com/office/officeart/2005/8/layout/vProcess5"/>
    <dgm:cxn modelId="{D04A1387-1714-484B-BC04-AF51AA3F614D}" type="presParOf" srcId="{E289B750-2B7D-46D0-AC5B-7CFB752C66D7}" destId="{0895C37C-92EE-468B-8CEB-4A6AF844F6E0}" srcOrd="5" destOrd="0" presId="urn:microsoft.com/office/officeart/2005/8/layout/vProcess5"/>
    <dgm:cxn modelId="{FA594770-9DAE-49BD-B012-73B4E13D6266}" type="presParOf" srcId="{E289B750-2B7D-46D0-AC5B-7CFB752C66D7}" destId="{17478CE4-6053-499F-9804-202C37D35BF5}" srcOrd="6" destOrd="0" presId="urn:microsoft.com/office/officeart/2005/8/layout/vProcess5"/>
    <dgm:cxn modelId="{AF944D73-B8B0-40C3-8037-19ABA94B7951}" type="presParOf" srcId="{E289B750-2B7D-46D0-AC5B-7CFB752C66D7}" destId="{0C8B0F9A-A609-4951-9A35-AA696FCF78A5}" srcOrd="7" destOrd="0" presId="urn:microsoft.com/office/officeart/2005/8/layout/vProcess5"/>
    <dgm:cxn modelId="{2D06472F-32D6-40D7-B241-966643F548DA}" type="presParOf" srcId="{E289B750-2B7D-46D0-AC5B-7CFB752C66D7}" destId="{5344A090-238F-4272-B95A-85B50E71658B}" srcOrd="8" destOrd="0" presId="urn:microsoft.com/office/officeart/2005/8/layout/vProcess5"/>
    <dgm:cxn modelId="{42C29C4B-337B-4788-8872-EEE212AA2C14}" type="presParOf" srcId="{E289B750-2B7D-46D0-AC5B-7CFB752C66D7}" destId="{BADD3A50-A106-4C5D-B889-22824CA8BCC2}" srcOrd="9" destOrd="0" presId="urn:microsoft.com/office/officeart/2005/8/layout/vProcess5"/>
    <dgm:cxn modelId="{9BDCD35F-09CC-4FB5-906F-F722AAA2F897}" type="presParOf" srcId="{E289B750-2B7D-46D0-AC5B-7CFB752C66D7}" destId="{A22921CF-A6AC-406A-98E6-A7591CCB186F}" srcOrd="10" destOrd="0" presId="urn:microsoft.com/office/officeart/2005/8/layout/vProcess5"/>
    <dgm:cxn modelId="{26FABEFE-94A9-4329-84D4-1A12C8BB7F89}" type="presParOf" srcId="{E289B750-2B7D-46D0-AC5B-7CFB752C66D7}" destId="{46A96553-160B-4325-8E5D-78C27BAF04E0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B7E5F54-1CAC-4DD6-AB5D-210AEFA853D2}" type="doc">
      <dgm:prSet loTypeId="urn:microsoft.com/office/officeart/2005/8/layout/vList3" loCatId="picture" qsTypeId="urn:microsoft.com/office/officeart/2005/8/quickstyle/3d1" qsCatId="3D" csTypeId="urn:microsoft.com/office/officeart/2005/8/colors/colorful5" csCatId="colorful" phldr="1"/>
      <dgm:spPr/>
    </dgm:pt>
    <dgm:pt modelId="{731EE180-2F52-4DA7-B089-0B6DD3997D81}">
      <dgm:prSet phldrT="[Text]" custT="1"/>
      <dgm:spPr/>
      <dgm:t>
        <a:bodyPr/>
        <a:lstStyle/>
        <a:p>
          <a:r>
            <a:rPr lang="en-IN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canRead()</a:t>
          </a:r>
        </a:p>
      </dgm:t>
    </dgm:pt>
    <dgm:pt modelId="{1B62146E-7A2F-4C21-BF60-6A75BF1D99B5}" type="parTrans" cxnId="{2A9B565D-9FB4-4950-94C6-5AE556B59A0F}">
      <dgm:prSet/>
      <dgm:spPr/>
      <dgm:t>
        <a:bodyPr/>
        <a:lstStyle/>
        <a:p>
          <a:endParaRPr lang="en-IN" sz="2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DE0D651-39D8-4AFC-99B7-3C065C7B9468}" type="sibTrans" cxnId="{2A9B565D-9FB4-4950-94C6-5AE556B59A0F}">
      <dgm:prSet/>
      <dgm:spPr/>
      <dgm:t>
        <a:bodyPr/>
        <a:lstStyle/>
        <a:p>
          <a:endParaRPr lang="en-IN" sz="2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C52E8D9-ECEF-4EFC-9781-8F36A722C012}">
      <dgm:prSet phldrT="[Text]" custT="1"/>
      <dgm:spPr/>
      <dgm:t>
        <a:bodyPr/>
        <a:lstStyle/>
        <a:p>
          <a:r>
            <a:rPr lang="en-IN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canWrite()</a:t>
          </a:r>
        </a:p>
      </dgm:t>
    </dgm:pt>
    <dgm:pt modelId="{4F96E296-BAA9-454D-9EEF-AE9DF533C73A}" type="parTrans" cxnId="{1ADDB052-B730-44A6-AEFC-E1C4B171F6D2}">
      <dgm:prSet/>
      <dgm:spPr/>
      <dgm:t>
        <a:bodyPr/>
        <a:lstStyle/>
        <a:p>
          <a:endParaRPr lang="en-IN" sz="2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FD6CDDC-63A1-4BC8-A6FA-CA00A9830BA8}" type="sibTrans" cxnId="{1ADDB052-B730-44A6-AEFC-E1C4B171F6D2}">
      <dgm:prSet/>
      <dgm:spPr/>
      <dgm:t>
        <a:bodyPr/>
        <a:lstStyle/>
        <a:p>
          <a:endParaRPr lang="en-IN" sz="2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64B8ED1-E288-4F25-BCB2-9D81AF9A469B}">
      <dgm:prSet phldrT="[Text]" custT="1"/>
      <dgm:spPr/>
      <dgm:t>
        <a:bodyPr/>
        <a:lstStyle/>
        <a:p>
          <a:r>
            <a:rPr lang="en-IN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createNewFile()</a:t>
          </a:r>
        </a:p>
      </dgm:t>
    </dgm:pt>
    <dgm:pt modelId="{8458DB3E-CDA4-43A9-BD2B-D41CE2E9BDF0}" type="parTrans" cxnId="{B1356E4A-4A1E-4BE2-82C8-CBFCADE9EAF0}">
      <dgm:prSet/>
      <dgm:spPr/>
      <dgm:t>
        <a:bodyPr/>
        <a:lstStyle/>
        <a:p>
          <a:endParaRPr lang="en-IN" sz="2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A0F81AC-4B6C-465E-9BBB-A0A7FF886620}" type="sibTrans" cxnId="{B1356E4A-4A1E-4BE2-82C8-CBFCADE9EAF0}">
      <dgm:prSet/>
      <dgm:spPr/>
      <dgm:t>
        <a:bodyPr/>
        <a:lstStyle/>
        <a:p>
          <a:endParaRPr lang="en-IN" sz="2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237F60B-3A5A-4BA2-B91A-38A643DAA515}">
      <dgm:prSet phldrT="[Text]" custT="1"/>
      <dgm:spPr/>
      <dgm:t>
        <a:bodyPr/>
        <a:lstStyle/>
        <a:p>
          <a:r>
            <a:rPr lang="en-IN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delete()</a:t>
          </a:r>
        </a:p>
      </dgm:t>
    </dgm:pt>
    <dgm:pt modelId="{C92EE0DA-A888-414A-92CF-A2458A553309}" type="parTrans" cxnId="{45FED4DB-92BA-4CDC-8210-EAE446CA62EA}">
      <dgm:prSet/>
      <dgm:spPr/>
      <dgm:t>
        <a:bodyPr/>
        <a:lstStyle/>
        <a:p>
          <a:endParaRPr lang="en-IN" sz="2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5FEBAB0-D8C6-46AE-83F7-F3DEF589C8A7}" type="sibTrans" cxnId="{45FED4DB-92BA-4CDC-8210-EAE446CA62EA}">
      <dgm:prSet/>
      <dgm:spPr/>
      <dgm:t>
        <a:bodyPr/>
        <a:lstStyle/>
        <a:p>
          <a:endParaRPr lang="en-IN" sz="2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EFCCE88-69FA-4F94-B19D-BC1D1B0751A3}" type="pres">
      <dgm:prSet presAssocID="{2B7E5F54-1CAC-4DD6-AB5D-210AEFA853D2}" presName="linearFlow" presStyleCnt="0">
        <dgm:presLayoutVars>
          <dgm:dir/>
          <dgm:resizeHandles val="exact"/>
        </dgm:presLayoutVars>
      </dgm:prSet>
      <dgm:spPr/>
    </dgm:pt>
    <dgm:pt modelId="{E9601477-FB4D-4F3E-A12E-C5758112A8A8}" type="pres">
      <dgm:prSet presAssocID="{731EE180-2F52-4DA7-B089-0B6DD3997D81}" presName="composite" presStyleCnt="0"/>
      <dgm:spPr/>
    </dgm:pt>
    <dgm:pt modelId="{ECD15F9F-5D60-4D3D-AAD2-91D16A688299}" type="pres">
      <dgm:prSet presAssocID="{731EE180-2F52-4DA7-B089-0B6DD3997D81}" presName="imgShp" presStyleLbl="fgImgPlac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44230751-4167-4BE7-96B0-9C69DC46C8A0}" type="pres">
      <dgm:prSet presAssocID="{731EE180-2F52-4DA7-B089-0B6DD3997D81}" presName="txShp" presStyleLbl="node1" presStyleIdx="0" presStyleCnt="4">
        <dgm:presLayoutVars>
          <dgm:bulletEnabled val="1"/>
        </dgm:presLayoutVars>
      </dgm:prSet>
      <dgm:spPr/>
    </dgm:pt>
    <dgm:pt modelId="{0A24013A-EA47-4BE2-94FE-0AA7789CC189}" type="pres">
      <dgm:prSet presAssocID="{1DE0D651-39D8-4AFC-99B7-3C065C7B9468}" presName="spacing" presStyleCnt="0"/>
      <dgm:spPr/>
    </dgm:pt>
    <dgm:pt modelId="{17260036-14F5-4EAD-9915-B920F600B25F}" type="pres">
      <dgm:prSet presAssocID="{BC52E8D9-ECEF-4EFC-9781-8F36A722C012}" presName="composite" presStyleCnt="0"/>
      <dgm:spPr/>
    </dgm:pt>
    <dgm:pt modelId="{2CA2F765-2302-41F6-ABC9-3A66379059B3}" type="pres">
      <dgm:prSet presAssocID="{BC52E8D9-ECEF-4EFC-9781-8F36A722C012}" presName="imgShp" presStyleLbl="fgImgPlace1" presStyleIdx="1" presStyleCnt="4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C177703A-069E-4450-AADE-935BDACFF82A}" type="pres">
      <dgm:prSet presAssocID="{BC52E8D9-ECEF-4EFC-9781-8F36A722C012}" presName="txShp" presStyleLbl="node1" presStyleIdx="1" presStyleCnt="4">
        <dgm:presLayoutVars>
          <dgm:bulletEnabled val="1"/>
        </dgm:presLayoutVars>
      </dgm:prSet>
      <dgm:spPr/>
    </dgm:pt>
    <dgm:pt modelId="{E5502F21-B9E2-4D21-B68A-E23426E3CBFC}" type="pres">
      <dgm:prSet presAssocID="{6FD6CDDC-63A1-4BC8-A6FA-CA00A9830BA8}" presName="spacing" presStyleCnt="0"/>
      <dgm:spPr/>
    </dgm:pt>
    <dgm:pt modelId="{9A8DC443-39FE-4508-86DD-B28AC4845973}" type="pres">
      <dgm:prSet presAssocID="{764B8ED1-E288-4F25-BCB2-9D81AF9A469B}" presName="composite" presStyleCnt="0"/>
      <dgm:spPr/>
    </dgm:pt>
    <dgm:pt modelId="{29096E91-CBCF-4E4D-86B3-DF1D07079F24}" type="pres">
      <dgm:prSet presAssocID="{764B8ED1-E288-4F25-BCB2-9D81AF9A469B}" presName="imgShp" presStyleLbl="fgImgPlace1" presStyleIdx="2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1000" b="-1000"/>
          </a:stretch>
        </a:blipFill>
      </dgm:spPr>
    </dgm:pt>
    <dgm:pt modelId="{0BA35254-667B-4D6B-B12A-D97A115F4A60}" type="pres">
      <dgm:prSet presAssocID="{764B8ED1-E288-4F25-BCB2-9D81AF9A469B}" presName="txShp" presStyleLbl="node1" presStyleIdx="2" presStyleCnt="4">
        <dgm:presLayoutVars>
          <dgm:bulletEnabled val="1"/>
        </dgm:presLayoutVars>
      </dgm:prSet>
      <dgm:spPr/>
    </dgm:pt>
    <dgm:pt modelId="{DF3EA936-3B9E-4C01-8B0A-BD5B3D4C3A1B}" type="pres">
      <dgm:prSet presAssocID="{AA0F81AC-4B6C-465E-9BBB-A0A7FF886620}" presName="spacing" presStyleCnt="0"/>
      <dgm:spPr/>
    </dgm:pt>
    <dgm:pt modelId="{68C5FCA5-CEDF-463D-A4A9-15F177BBEA71}" type="pres">
      <dgm:prSet presAssocID="{0237F60B-3A5A-4BA2-B91A-38A643DAA515}" presName="composite" presStyleCnt="0"/>
      <dgm:spPr/>
    </dgm:pt>
    <dgm:pt modelId="{2A1CD427-59E4-40C9-AA7B-5B5191DE3E62}" type="pres">
      <dgm:prSet presAssocID="{0237F60B-3A5A-4BA2-B91A-38A643DAA515}" presName="imgShp" presStyleLbl="fgImgPlace1" presStyleIdx="3" presStyleCnt="4"/>
      <dgm:spPr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000" r="-1000"/>
          </a:stretch>
        </a:blipFill>
      </dgm:spPr>
    </dgm:pt>
    <dgm:pt modelId="{D90A9A4F-83FD-4223-8FEE-439D2587D7B0}" type="pres">
      <dgm:prSet presAssocID="{0237F60B-3A5A-4BA2-B91A-38A643DAA515}" presName="txShp" presStyleLbl="node1" presStyleIdx="3" presStyleCnt="4">
        <dgm:presLayoutVars>
          <dgm:bulletEnabled val="1"/>
        </dgm:presLayoutVars>
      </dgm:prSet>
      <dgm:spPr/>
    </dgm:pt>
  </dgm:ptLst>
  <dgm:cxnLst>
    <dgm:cxn modelId="{2A9B565D-9FB4-4950-94C6-5AE556B59A0F}" srcId="{2B7E5F54-1CAC-4DD6-AB5D-210AEFA853D2}" destId="{731EE180-2F52-4DA7-B089-0B6DD3997D81}" srcOrd="0" destOrd="0" parTransId="{1B62146E-7A2F-4C21-BF60-6A75BF1D99B5}" sibTransId="{1DE0D651-39D8-4AFC-99B7-3C065C7B9468}"/>
    <dgm:cxn modelId="{0D77BD49-72A8-4F34-9C89-1DC332763A6F}" type="presOf" srcId="{BC52E8D9-ECEF-4EFC-9781-8F36A722C012}" destId="{C177703A-069E-4450-AADE-935BDACFF82A}" srcOrd="0" destOrd="0" presId="urn:microsoft.com/office/officeart/2005/8/layout/vList3"/>
    <dgm:cxn modelId="{B1356E4A-4A1E-4BE2-82C8-CBFCADE9EAF0}" srcId="{2B7E5F54-1CAC-4DD6-AB5D-210AEFA853D2}" destId="{764B8ED1-E288-4F25-BCB2-9D81AF9A469B}" srcOrd="2" destOrd="0" parTransId="{8458DB3E-CDA4-43A9-BD2B-D41CE2E9BDF0}" sibTransId="{AA0F81AC-4B6C-465E-9BBB-A0A7FF886620}"/>
    <dgm:cxn modelId="{1ADDB052-B730-44A6-AEFC-E1C4B171F6D2}" srcId="{2B7E5F54-1CAC-4DD6-AB5D-210AEFA853D2}" destId="{BC52E8D9-ECEF-4EFC-9781-8F36A722C012}" srcOrd="1" destOrd="0" parTransId="{4F96E296-BAA9-454D-9EEF-AE9DF533C73A}" sibTransId="{6FD6CDDC-63A1-4BC8-A6FA-CA00A9830BA8}"/>
    <dgm:cxn modelId="{7FB53387-5799-44E7-8DE9-03A9B1C2BB77}" type="presOf" srcId="{731EE180-2F52-4DA7-B089-0B6DD3997D81}" destId="{44230751-4167-4BE7-96B0-9C69DC46C8A0}" srcOrd="0" destOrd="0" presId="urn:microsoft.com/office/officeart/2005/8/layout/vList3"/>
    <dgm:cxn modelId="{DB1FF087-5026-4874-880E-27139E383970}" type="presOf" srcId="{764B8ED1-E288-4F25-BCB2-9D81AF9A469B}" destId="{0BA35254-667B-4D6B-B12A-D97A115F4A60}" srcOrd="0" destOrd="0" presId="urn:microsoft.com/office/officeart/2005/8/layout/vList3"/>
    <dgm:cxn modelId="{45FED4DB-92BA-4CDC-8210-EAE446CA62EA}" srcId="{2B7E5F54-1CAC-4DD6-AB5D-210AEFA853D2}" destId="{0237F60B-3A5A-4BA2-B91A-38A643DAA515}" srcOrd="3" destOrd="0" parTransId="{C92EE0DA-A888-414A-92CF-A2458A553309}" sibTransId="{E5FEBAB0-D8C6-46AE-83F7-F3DEF589C8A7}"/>
    <dgm:cxn modelId="{4AC324EA-2734-4055-93BD-0A31DEC272AF}" type="presOf" srcId="{0237F60B-3A5A-4BA2-B91A-38A643DAA515}" destId="{D90A9A4F-83FD-4223-8FEE-439D2587D7B0}" srcOrd="0" destOrd="0" presId="urn:microsoft.com/office/officeart/2005/8/layout/vList3"/>
    <dgm:cxn modelId="{C58E0CF2-9632-4444-A041-11B0752ACBE4}" type="presOf" srcId="{2B7E5F54-1CAC-4DD6-AB5D-210AEFA853D2}" destId="{2EFCCE88-69FA-4F94-B19D-BC1D1B0751A3}" srcOrd="0" destOrd="0" presId="urn:microsoft.com/office/officeart/2005/8/layout/vList3"/>
    <dgm:cxn modelId="{CE43FA3D-6B19-4BC1-A4CD-51C5A700B85E}" type="presParOf" srcId="{2EFCCE88-69FA-4F94-B19D-BC1D1B0751A3}" destId="{E9601477-FB4D-4F3E-A12E-C5758112A8A8}" srcOrd="0" destOrd="0" presId="urn:microsoft.com/office/officeart/2005/8/layout/vList3"/>
    <dgm:cxn modelId="{AD4CAE61-E8CF-41F0-A314-D9CEEF04AE8F}" type="presParOf" srcId="{E9601477-FB4D-4F3E-A12E-C5758112A8A8}" destId="{ECD15F9F-5D60-4D3D-AAD2-91D16A688299}" srcOrd="0" destOrd="0" presId="urn:microsoft.com/office/officeart/2005/8/layout/vList3"/>
    <dgm:cxn modelId="{CC67AE84-C8E5-46B3-BC37-987621F831FD}" type="presParOf" srcId="{E9601477-FB4D-4F3E-A12E-C5758112A8A8}" destId="{44230751-4167-4BE7-96B0-9C69DC46C8A0}" srcOrd="1" destOrd="0" presId="urn:microsoft.com/office/officeart/2005/8/layout/vList3"/>
    <dgm:cxn modelId="{A8B17055-3968-4533-A46D-3A2F457ACB8F}" type="presParOf" srcId="{2EFCCE88-69FA-4F94-B19D-BC1D1B0751A3}" destId="{0A24013A-EA47-4BE2-94FE-0AA7789CC189}" srcOrd="1" destOrd="0" presId="urn:microsoft.com/office/officeart/2005/8/layout/vList3"/>
    <dgm:cxn modelId="{56AE422A-2E82-4607-B6E5-AA0C13B35CE3}" type="presParOf" srcId="{2EFCCE88-69FA-4F94-B19D-BC1D1B0751A3}" destId="{17260036-14F5-4EAD-9915-B920F600B25F}" srcOrd="2" destOrd="0" presId="urn:microsoft.com/office/officeart/2005/8/layout/vList3"/>
    <dgm:cxn modelId="{88738813-FDC9-4F2A-9832-5B854417487F}" type="presParOf" srcId="{17260036-14F5-4EAD-9915-B920F600B25F}" destId="{2CA2F765-2302-41F6-ABC9-3A66379059B3}" srcOrd="0" destOrd="0" presId="urn:microsoft.com/office/officeart/2005/8/layout/vList3"/>
    <dgm:cxn modelId="{CAF984F4-37FF-428A-8E9E-E08B3F87407D}" type="presParOf" srcId="{17260036-14F5-4EAD-9915-B920F600B25F}" destId="{C177703A-069E-4450-AADE-935BDACFF82A}" srcOrd="1" destOrd="0" presId="urn:microsoft.com/office/officeart/2005/8/layout/vList3"/>
    <dgm:cxn modelId="{A7AE5E0C-B296-4E34-BB04-EAC5F084747D}" type="presParOf" srcId="{2EFCCE88-69FA-4F94-B19D-BC1D1B0751A3}" destId="{E5502F21-B9E2-4D21-B68A-E23426E3CBFC}" srcOrd="3" destOrd="0" presId="urn:microsoft.com/office/officeart/2005/8/layout/vList3"/>
    <dgm:cxn modelId="{D901505D-464F-48AA-807D-341490A3836E}" type="presParOf" srcId="{2EFCCE88-69FA-4F94-B19D-BC1D1B0751A3}" destId="{9A8DC443-39FE-4508-86DD-B28AC4845973}" srcOrd="4" destOrd="0" presId="urn:microsoft.com/office/officeart/2005/8/layout/vList3"/>
    <dgm:cxn modelId="{8AABC626-B860-4522-9006-1C9958C97D5E}" type="presParOf" srcId="{9A8DC443-39FE-4508-86DD-B28AC4845973}" destId="{29096E91-CBCF-4E4D-86B3-DF1D07079F24}" srcOrd="0" destOrd="0" presId="urn:microsoft.com/office/officeart/2005/8/layout/vList3"/>
    <dgm:cxn modelId="{39C0E024-89BB-4E86-B777-ECDC88C6EC3A}" type="presParOf" srcId="{9A8DC443-39FE-4508-86DD-B28AC4845973}" destId="{0BA35254-667B-4D6B-B12A-D97A115F4A60}" srcOrd="1" destOrd="0" presId="urn:microsoft.com/office/officeart/2005/8/layout/vList3"/>
    <dgm:cxn modelId="{F90D6075-83DF-4027-BBC1-D836F40156B9}" type="presParOf" srcId="{2EFCCE88-69FA-4F94-B19D-BC1D1B0751A3}" destId="{DF3EA936-3B9E-4C01-8B0A-BD5B3D4C3A1B}" srcOrd="5" destOrd="0" presId="urn:microsoft.com/office/officeart/2005/8/layout/vList3"/>
    <dgm:cxn modelId="{91B66B18-6A74-47A1-97A6-C63E09C06B86}" type="presParOf" srcId="{2EFCCE88-69FA-4F94-B19D-BC1D1B0751A3}" destId="{68C5FCA5-CEDF-463D-A4A9-15F177BBEA71}" srcOrd="6" destOrd="0" presId="urn:microsoft.com/office/officeart/2005/8/layout/vList3"/>
    <dgm:cxn modelId="{5229B654-3029-4D28-B8C3-70F64A47C8A1}" type="presParOf" srcId="{68C5FCA5-CEDF-463D-A4A9-15F177BBEA71}" destId="{2A1CD427-59E4-40C9-AA7B-5B5191DE3E62}" srcOrd="0" destOrd="0" presId="urn:microsoft.com/office/officeart/2005/8/layout/vList3"/>
    <dgm:cxn modelId="{9EE6E881-F652-4CEC-8737-3056DFF034B6}" type="presParOf" srcId="{68C5FCA5-CEDF-463D-A4A9-15F177BBEA71}" destId="{D90A9A4F-83FD-4223-8FEE-439D2587D7B0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B7E5F54-1CAC-4DD6-AB5D-210AEFA853D2}" type="doc">
      <dgm:prSet loTypeId="urn:microsoft.com/office/officeart/2005/8/layout/vList3" loCatId="picture" qsTypeId="urn:microsoft.com/office/officeart/2005/8/quickstyle/3d1" qsCatId="3D" csTypeId="urn:microsoft.com/office/officeart/2005/8/colors/colorful5" csCatId="colorful" phldr="1"/>
      <dgm:spPr/>
    </dgm:pt>
    <dgm:pt modelId="{731EE180-2F52-4DA7-B089-0B6DD3997D81}">
      <dgm:prSet phldrT="[Text]" custT="1"/>
      <dgm:spPr/>
      <dgm:t>
        <a:bodyPr/>
        <a:lstStyle/>
        <a:p>
          <a:r>
            <a:rPr lang="en-IN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exists()</a:t>
          </a:r>
        </a:p>
      </dgm:t>
    </dgm:pt>
    <dgm:pt modelId="{1B62146E-7A2F-4C21-BF60-6A75BF1D99B5}" type="parTrans" cxnId="{2A9B565D-9FB4-4950-94C6-5AE556B59A0F}">
      <dgm:prSet/>
      <dgm:spPr/>
      <dgm:t>
        <a:bodyPr/>
        <a:lstStyle/>
        <a:p>
          <a:endParaRPr lang="en-IN" sz="2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DE0D651-39D8-4AFC-99B7-3C065C7B9468}" type="sibTrans" cxnId="{2A9B565D-9FB4-4950-94C6-5AE556B59A0F}">
      <dgm:prSet/>
      <dgm:spPr/>
      <dgm:t>
        <a:bodyPr/>
        <a:lstStyle/>
        <a:p>
          <a:endParaRPr lang="en-IN" sz="2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C52E8D9-ECEF-4EFC-9781-8F36A722C012}">
      <dgm:prSet phldrT="[Text]" custT="1"/>
      <dgm:spPr/>
      <dgm:t>
        <a:bodyPr/>
        <a:lstStyle/>
        <a:p>
          <a:r>
            <a:rPr lang="en-IN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getName()</a:t>
          </a:r>
        </a:p>
      </dgm:t>
    </dgm:pt>
    <dgm:pt modelId="{4F96E296-BAA9-454D-9EEF-AE9DF533C73A}" type="parTrans" cxnId="{1ADDB052-B730-44A6-AEFC-E1C4B171F6D2}">
      <dgm:prSet/>
      <dgm:spPr/>
      <dgm:t>
        <a:bodyPr/>
        <a:lstStyle/>
        <a:p>
          <a:endParaRPr lang="en-IN" sz="2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FD6CDDC-63A1-4BC8-A6FA-CA00A9830BA8}" type="sibTrans" cxnId="{1ADDB052-B730-44A6-AEFC-E1C4B171F6D2}">
      <dgm:prSet/>
      <dgm:spPr/>
      <dgm:t>
        <a:bodyPr/>
        <a:lstStyle/>
        <a:p>
          <a:endParaRPr lang="en-IN" sz="2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64B8ED1-E288-4F25-BCB2-9D81AF9A469B}">
      <dgm:prSet phldrT="[Text]" custT="1"/>
      <dgm:spPr/>
      <dgm:t>
        <a:bodyPr/>
        <a:lstStyle/>
        <a:p>
          <a:r>
            <a:rPr lang="en-IN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getPath()</a:t>
          </a:r>
        </a:p>
      </dgm:t>
    </dgm:pt>
    <dgm:pt modelId="{8458DB3E-CDA4-43A9-BD2B-D41CE2E9BDF0}" type="parTrans" cxnId="{B1356E4A-4A1E-4BE2-82C8-CBFCADE9EAF0}">
      <dgm:prSet/>
      <dgm:spPr/>
      <dgm:t>
        <a:bodyPr/>
        <a:lstStyle/>
        <a:p>
          <a:endParaRPr lang="en-IN" sz="2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A0F81AC-4B6C-465E-9BBB-A0A7FF886620}" type="sibTrans" cxnId="{B1356E4A-4A1E-4BE2-82C8-CBFCADE9EAF0}">
      <dgm:prSet/>
      <dgm:spPr/>
      <dgm:t>
        <a:bodyPr/>
        <a:lstStyle/>
        <a:p>
          <a:endParaRPr lang="en-IN" sz="2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CD5B59D-B3E4-444D-BA14-72AD3CB5E1FF}">
      <dgm:prSet phldrT="[Text]" custT="1"/>
      <dgm:spPr/>
      <dgm:t>
        <a:bodyPr/>
        <a:lstStyle/>
        <a:p>
          <a:r>
            <a:rPr lang="en-IN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length()</a:t>
          </a:r>
        </a:p>
      </dgm:t>
    </dgm:pt>
    <dgm:pt modelId="{197571F5-0B66-4CC6-A5FC-489215EB5437}" type="parTrans" cxnId="{E059B436-4CA1-411F-9202-0016F8EDD823}">
      <dgm:prSet/>
      <dgm:spPr/>
      <dgm:t>
        <a:bodyPr/>
        <a:lstStyle/>
        <a:p>
          <a:endParaRPr lang="en-IN" sz="2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A0AB972-841A-4625-B1D8-6F4EE7E9154D}" type="sibTrans" cxnId="{E059B436-4CA1-411F-9202-0016F8EDD823}">
      <dgm:prSet/>
      <dgm:spPr/>
      <dgm:t>
        <a:bodyPr/>
        <a:lstStyle/>
        <a:p>
          <a:endParaRPr lang="en-IN" sz="2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EFCCE88-69FA-4F94-B19D-BC1D1B0751A3}" type="pres">
      <dgm:prSet presAssocID="{2B7E5F54-1CAC-4DD6-AB5D-210AEFA853D2}" presName="linearFlow" presStyleCnt="0">
        <dgm:presLayoutVars>
          <dgm:dir/>
          <dgm:resizeHandles val="exact"/>
        </dgm:presLayoutVars>
      </dgm:prSet>
      <dgm:spPr/>
    </dgm:pt>
    <dgm:pt modelId="{E9601477-FB4D-4F3E-A12E-C5758112A8A8}" type="pres">
      <dgm:prSet presAssocID="{731EE180-2F52-4DA7-B089-0B6DD3997D81}" presName="composite" presStyleCnt="0"/>
      <dgm:spPr/>
    </dgm:pt>
    <dgm:pt modelId="{ECD15F9F-5D60-4D3D-AAD2-91D16A688299}" type="pres">
      <dgm:prSet presAssocID="{731EE180-2F52-4DA7-B089-0B6DD3997D81}" presName="imgShp" presStyleLbl="fgImgPlac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000" r="-2000"/>
          </a:stretch>
        </a:blipFill>
      </dgm:spPr>
    </dgm:pt>
    <dgm:pt modelId="{44230751-4167-4BE7-96B0-9C69DC46C8A0}" type="pres">
      <dgm:prSet presAssocID="{731EE180-2F52-4DA7-B089-0B6DD3997D81}" presName="txShp" presStyleLbl="node1" presStyleIdx="0" presStyleCnt="4">
        <dgm:presLayoutVars>
          <dgm:bulletEnabled val="1"/>
        </dgm:presLayoutVars>
      </dgm:prSet>
      <dgm:spPr/>
    </dgm:pt>
    <dgm:pt modelId="{0A24013A-EA47-4BE2-94FE-0AA7789CC189}" type="pres">
      <dgm:prSet presAssocID="{1DE0D651-39D8-4AFC-99B7-3C065C7B9468}" presName="spacing" presStyleCnt="0"/>
      <dgm:spPr/>
    </dgm:pt>
    <dgm:pt modelId="{17260036-14F5-4EAD-9915-B920F600B25F}" type="pres">
      <dgm:prSet presAssocID="{BC52E8D9-ECEF-4EFC-9781-8F36A722C012}" presName="composite" presStyleCnt="0"/>
      <dgm:spPr/>
    </dgm:pt>
    <dgm:pt modelId="{2CA2F765-2302-41F6-ABC9-3A66379059B3}" type="pres">
      <dgm:prSet presAssocID="{BC52E8D9-ECEF-4EFC-9781-8F36A722C012}" presName="imgShp" presStyleLbl="fgImgPlace1" presStyleIdx="1" presStyleCnt="4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1000" b="-1000"/>
          </a:stretch>
        </a:blipFill>
      </dgm:spPr>
    </dgm:pt>
    <dgm:pt modelId="{C177703A-069E-4450-AADE-935BDACFF82A}" type="pres">
      <dgm:prSet presAssocID="{BC52E8D9-ECEF-4EFC-9781-8F36A722C012}" presName="txShp" presStyleLbl="node1" presStyleIdx="1" presStyleCnt="4">
        <dgm:presLayoutVars>
          <dgm:bulletEnabled val="1"/>
        </dgm:presLayoutVars>
      </dgm:prSet>
      <dgm:spPr/>
    </dgm:pt>
    <dgm:pt modelId="{E5502F21-B9E2-4D21-B68A-E23426E3CBFC}" type="pres">
      <dgm:prSet presAssocID="{6FD6CDDC-63A1-4BC8-A6FA-CA00A9830BA8}" presName="spacing" presStyleCnt="0"/>
      <dgm:spPr/>
    </dgm:pt>
    <dgm:pt modelId="{9A8DC443-39FE-4508-86DD-B28AC4845973}" type="pres">
      <dgm:prSet presAssocID="{764B8ED1-E288-4F25-BCB2-9D81AF9A469B}" presName="composite" presStyleCnt="0"/>
      <dgm:spPr/>
    </dgm:pt>
    <dgm:pt modelId="{29096E91-CBCF-4E4D-86B3-DF1D07079F24}" type="pres">
      <dgm:prSet presAssocID="{764B8ED1-E288-4F25-BCB2-9D81AF9A469B}" presName="imgShp" presStyleLbl="fgImgPlace1" presStyleIdx="2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3000" b="-3000"/>
          </a:stretch>
        </a:blipFill>
      </dgm:spPr>
    </dgm:pt>
    <dgm:pt modelId="{0BA35254-667B-4D6B-B12A-D97A115F4A60}" type="pres">
      <dgm:prSet presAssocID="{764B8ED1-E288-4F25-BCB2-9D81AF9A469B}" presName="txShp" presStyleLbl="node1" presStyleIdx="2" presStyleCnt="4">
        <dgm:presLayoutVars>
          <dgm:bulletEnabled val="1"/>
        </dgm:presLayoutVars>
      </dgm:prSet>
      <dgm:spPr/>
    </dgm:pt>
    <dgm:pt modelId="{B39FC579-0A5E-42E1-8B00-0D68B20DFC00}" type="pres">
      <dgm:prSet presAssocID="{AA0F81AC-4B6C-465E-9BBB-A0A7FF886620}" presName="spacing" presStyleCnt="0"/>
      <dgm:spPr/>
    </dgm:pt>
    <dgm:pt modelId="{35010EA3-E2B3-4573-8278-D9C190C5A01B}" type="pres">
      <dgm:prSet presAssocID="{DCD5B59D-B3E4-444D-BA14-72AD3CB5E1FF}" presName="composite" presStyleCnt="0"/>
      <dgm:spPr/>
    </dgm:pt>
    <dgm:pt modelId="{473D4446-3125-475D-8594-BF6E65ABEC1C}" type="pres">
      <dgm:prSet presAssocID="{DCD5B59D-B3E4-444D-BA14-72AD3CB5E1FF}" presName="imgShp" presStyleLbl="fgImgPlace1" presStyleIdx="3" presStyleCnt="4"/>
      <dgm:spPr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1000" b="-1000"/>
          </a:stretch>
        </a:blipFill>
      </dgm:spPr>
    </dgm:pt>
    <dgm:pt modelId="{6210ECFA-7E6D-4474-BE09-81E59AB83F7B}" type="pres">
      <dgm:prSet presAssocID="{DCD5B59D-B3E4-444D-BA14-72AD3CB5E1FF}" presName="txShp" presStyleLbl="node1" presStyleIdx="3" presStyleCnt="4">
        <dgm:presLayoutVars>
          <dgm:bulletEnabled val="1"/>
        </dgm:presLayoutVars>
      </dgm:prSet>
      <dgm:spPr/>
    </dgm:pt>
  </dgm:ptLst>
  <dgm:cxnLst>
    <dgm:cxn modelId="{34CA0A20-7E16-4653-884F-00061BB51517}" type="presOf" srcId="{DCD5B59D-B3E4-444D-BA14-72AD3CB5E1FF}" destId="{6210ECFA-7E6D-4474-BE09-81E59AB83F7B}" srcOrd="0" destOrd="0" presId="urn:microsoft.com/office/officeart/2005/8/layout/vList3"/>
    <dgm:cxn modelId="{E059B436-4CA1-411F-9202-0016F8EDD823}" srcId="{2B7E5F54-1CAC-4DD6-AB5D-210AEFA853D2}" destId="{DCD5B59D-B3E4-444D-BA14-72AD3CB5E1FF}" srcOrd="3" destOrd="0" parTransId="{197571F5-0B66-4CC6-A5FC-489215EB5437}" sibTransId="{BA0AB972-841A-4625-B1D8-6F4EE7E9154D}"/>
    <dgm:cxn modelId="{2A9B565D-9FB4-4950-94C6-5AE556B59A0F}" srcId="{2B7E5F54-1CAC-4DD6-AB5D-210AEFA853D2}" destId="{731EE180-2F52-4DA7-B089-0B6DD3997D81}" srcOrd="0" destOrd="0" parTransId="{1B62146E-7A2F-4C21-BF60-6A75BF1D99B5}" sibTransId="{1DE0D651-39D8-4AFC-99B7-3C065C7B9468}"/>
    <dgm:cxn modelId="{0D77BD49-72A8-4F34-9C89-1DC332763A6F}" type="presOf" srcId="{BC52E8D9-ECEF-4EFC-9781-8F36A722C012}" destId="{C177703A-069E-4450-AADE-935BDACFF82A}" srcOrd="0" destOrd="0" presId="urn:microsoft.com/office/officeart/2005/8/layout/vList3"/>
    <dgm:cxn modelId="{B1356E4A-4A1E-4BE2-82C8-CBFCADE9EAF0}" srcId="{2B7E5F54-1CAC-4DD6-AB5D-210AEFA853D2}" destId="{764B8ED1-E288-4F25-BCB2-9D81AF9A469B}" srcOrd="2" destOrd="0" parTransId="{8458DB3E-CDA4-43A9-BD2B-D41CE2E9BDF0}" sibTransId="{AA0F81AC-4B6C-465E-9BBB-A0A7FF886620}"/>
    <dgm:cxn modelId="{1ADDB052-B730-44A6-AEFC-E1C4B171F6D2}" srcId="{2B7E5F54-1CAC-4DD6-AB5D-210AEFA853D2}" destId="{BC52E8D9-ECEF-4EFC-9781-8F36A722C012}" srcOrd="1" destOrd="0" parTransId="{4F96E296-BAA9-454D-9EEF-AE9DF533C73A}" sibTransId="{6FD6CDDC-63A1-4BC8-A6FA-CA00A9830BA8}"/>
    <dgm:cxn modelId="{7FB53387-5799-44E7-8DE9-03A9B1C2BB77}" type="presOf" srcId="{731EE180-2F52-4DA7-B089-0B6DD3997D81}" destId="{44230751-4167-4BE7-96B0-9C69DC46C8A0}" srcOrd="0" destOrd="0" presId="urn:microsoft.com/office/officeart/2005/8/layout/vList3"/>
    <dgm:cxn modelId="{DB1FF087-5026-4874-880E-27139E383970}" type="presOf" srcId="{764B8ED1-E288-4F25-BCB2-9D81AF9A469B}" destId="{0BA35254-667B-4D6B-B12A-D97A115F4A60}" srcOrd="0" destOrd="0" presId="urn:microsoft.com/office/officeart/2005/8/layout/vList3"/>
    <dgm:cxn modelId="{C58E0CF2-9632-4444-A041-11B0752ACBE4}" type="presOf" srcId="{2B7E5F54-1CAC-4DD6-AB5D-210AEFA853D2}" destId="{2EFCCE88-69FA-4F94-B19D-BC1D1B0751A3}" srcOrd="0" destOrd="0" presId="urn:microsoft.com/office/officeart/2005/8/layout/vList3"/>
    <dgm:cxn modelId="{CE43FA3D-6B19-4BC1-A4CD-51C5A700B85E}" type="presParOf" srcId="{2EFCCE88-69FA-4F94-B19D-BC1D1B0751A3}" destId="{E9601477-FB4D-4F3E-A12E-C5758112A8A8}" srcOrd="0" destOrd="0" presId="urn:microsoft.com/office/officeart/2005/8/layout/vList3"/>
    <dgm:cxn modelId="{AD4CAE61-E8CF-41F0-A314-D9CEEF04AE8F}" type="presParOf" srcId="{E9601477-FB4D-4F3E-A12E-C5758112A8A8}" destId="{ECD15F9F-5D60-4D3D-AAD2-91D16A688299}" srcOrd="0" destOrd="0" presId="urn:microsoft.com/office/officeart/2005/8/layout/vList3"/>
    <dgm:cxn modelId="{CC67AE84-C8E5-46B3-BC37-987621F831FD}" type="presParOf" srcId="{E9601477-FB4D-4F3E-A12E-C5758112A8A8}" destId="{44230751-4167-4BE7-96B0-9C69DC46C8A0}" srcOrd="1" destOrd="0" presId="urn:microsoft.com/office/officeart/2005/8/layout/vList3"/>
    <dgm:cxn modelId="{A8B17055-3968-4533-A46D-3A2F457ACB8F}" type="presParOf" srcId="{2EFCCE88-69FA-4F94-B19D-BC1D1B0751A3}" destId="{0A24013A-EA47-4BE2-94FE-0AA7789CC189}" srcOrd="1" destOrd="0" presId="urn:microsoft.com/office/officeart/2005/8/layout/vList3"/>
    <dgm:cxn modelId="{56AE422A-2E82-4607-B6E5-AA0C13B35CE3}" type="presParOf" srcId="{2EFCCE88-69FA-4F94-B19D-BC1D1B0751A3}" destId="{17260036-14F5-4EAD-9915-B920F600B25F}" srcOrd="2" destOrd="0" presId="urn:microsoft.com/office/officeart/2005/8/layout/vList3"/>
    <dgm:cxn modelId="{88738813-FDC9-4F2A-9832-5B854417487F}" type="presParOf" srcId="{17260036-14F5-4EAD-9915-B920F600B25F}" destId="{2CA2F765-2302-41F6-ABC9-3A66379059B3}" srcOrd="0" destOrd="0" presId="urn:microsoft.com/office/officeart/2005/8/layout/vList3"/>
    <dgm:cxn modelId="{CAF984F4-37FF-428A-8E9E-E08B3F87407D}" type="presParOf" srcId="{17260036-14F5-4EAD-9915-B920F600B25F}" destId="{C177703A-069E-4450-AADE-935BDACFF82A}" srcOrd="1" destOrd="0" presId="urn:microsoft.com/office/officeart/2005/8/layout/vList3"/>
    <dgm:cxn modelId="{A7AE5E0C-B296-4E34-BB04-EAC5F084747D}" type="presParOf" srcId="{2EFCCE88-69FA-4F94-B19D-BC1D1B0751A3}" destId="{E5502F21-B9E2-4D21-B68A-E23426E3CBFC}" srcOrd="3" destOrd="0" presId="urn:microsoft.com/office/officeart/2005/8/layout/vList3"/>
    <dgm:cxn modelId="{D901505D-464F-48AA-807D-341490A3836E}" type="presParOf" srcId="{2EFCCE88-69FA-4F94-B19D-BC1D1B0751A3}" destId="{9A8DC443-39FE-4508-86DD-B28AC4845973}" srcOrd="4" destOrd="0" presId="urn:microsoft.com/office/officeart/2005/8/layout/vList3"/>
    <dgm:cxn modelId="{8AABC626-B860-4522-9006-1C9958C97D5E}" type="presParOf" srcId="{9A8DC443-39FE-4508-86DD-B28AC4845973}" destId="{29096E91-CBCF-4E4D-86B3-DF1D07079F24}" srcOrd="0" destOrd="0" presId="urn:microsoft.com/office/officeart/2005/8/layout/vList3"/>
    <dgm:cxn modelId="{39C0E024-89BB-4E86-B777-ECDC88C6EC3A}" type="presParOf" srcId="{9A8DC443-39FE-4508-86DD-B28AC4845973}" destId="{0BA35254-667B-4D6B-B12A-D97A115F4A60}" srcOrd="1" destOrd="0" presId="urn:microsoft.com/office/officeart/2005/8/layout/vList3"/>
    <dgm:cxn modelId="{7A2C446A-78E3-485C-A50D-5527AE610492}" type="presParOf" srcId="{2EFCCE88-69FA-4F94-B19D-BC1D1B0751A3}" destId="{B39FC579-0A5E-42E1-8B00-0D68B20DFC00}" srcOrd="5" destOrd="0" presId="urn:microsoft.com/office/officeart/2005/8/layout/vList3"/>
    <dgm:cxn modelId="{D53BDD50-3410-40D9-866C-1A8060CE5AA3}" type="presParOf" srcId="{2EFCCE88-69FA-4F94-B19D-BC1D1B0751A3}" destId="{35010EA3-E2B3-4573-8278-D9C190C5A01B}" srcOrd="6" destOrd="0" presId="urn:microsoft.com/office/officeart/2005/8/layout/vList3"/>
    <dgm:cxn modelId="{8E9BBBF6-CA33-4EC6-AE48-B158D4083A99}" type="presParOf" srcId="{35010EA3-E2B3-4573-8278-D9C190C5A01B}" destId="{473D4446-3125-475D-8594-BF6E65ABEC1C}" srcOrd="0" destOrd="0" presId="urn:microsoft.com/office/officeart/2005/8/layout/vList3"/>
    <dgm:cxn modelId="{F9CF6178-9C8C-43F3-A019-BDA5B7D09A7E}" type="presParOf" srcId="{35010EA3-E2B3-4573-8278-D9C190C5A01B}" destId="{6210ECFA-7E6D-4474-BE09-81E59AB83F7B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7B343284-6EF2-4E2C-BCD8-4FA8B0F2AED4}" type="doc">
      <dgm:prSet loTypeId="urn:microsoft.com/office/officeart/2005/8/layout/hProcess9" loCatId="process" qsTypeId="urn:microsoft.com/office/officeart/2005/8/quickstyle/3d1" qsCatId="3D" csTypeId="urn:microsoft.com/office/officeart/2005/8/colors/colorful1" csCatId="colorful" phldr="1"/>
      <dgm:spPr/>
    </dgm:pt>
    <dgm:pt modelId="{CE9E38CF-D81A-4168-B2C9-5A38BB59671D}">
      <dgm:prSet phldrT="[Text]"/>
      <dgm:spPr/>
      <dgm:t>
        <a:bodyPr/>
        <a:lstStyle/>
        <a:p>
          <a:r>
            <a:rPr lang="en-IN" dirty="0">
              <a:latin typeface="Times New Roman" panose="02020603050405020304" pitchFamily="18" charset="0"/>
              <a:cs typeface="Times New Roman" panose="02020603050405020304" pitchFamily="18" charset="0"/>
            </a:rPr>
            <a:t>Create</a:t>
          </a:r>
        </a:p>
      </dgm:t>
    </dgm:pt>
    <dgm:pt modelId="{42607D70-0E45-4148-AFDD-4E3B033F6924}" type="parTrans" cxnId="{0666D42F-557F-43F0-9EFD-8EA6E5697941}">
      <dgm:prSet/>
      <dgm:spPr/>
      <dgm:t>
        <a:bodyPr/>
        <a:lstStyle/>
        <a:p>
          <a:endParaRPr lang="en-IN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4A68A80-9658-4279-B7C7-78A515CD5FAD}" type="sibTrans" cxnId="{0666D42F-557F-43F0-9EFD-8EA6E5697941}">
      <dgm:prSet/>
      <dgm:spPr/>
      <dgm:t>
        <a:bodyPr/>
        <a:lstStyle/>
        <a:p>
          <a:endParaRPr lang="en-IN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03A7433-AD02-4632-ACA8-6565E9C08572}">
      <dgm:prSet phldrT="[Text]"/>
      <dgm:spPr/>
      <dgm:t>
        <a:bodyPr/>
        <a:lstStyle/>
        <a:p>
          <a:r>
            <a:rPr lang="en-IN" dirty="0">
              <a:latin typeface="Times New Roman" panose="02020603050405020304" pitchFamily="18" charset="0"/>
              <a:cs typeface="Times New Roman" panose="02020603050405020304" pitchFamily="18" charset="0"/>
            </a:rPr>
            <a:t>Get File Info</a:t>
          </a:r>
        </a:p>
      </dgm:t>
    </dgm:pt>
    <dgm:pt modelId="{9DD368D4-C023-4EAA-B5DE-2C2BE48F5D91}" type="parTrans" cxnId="{639E5267-1771-4E71-A3CF-26BF5868C272}">
      <dgm:prSet/>
      <dgm:spPr/>
      <dgm:t>
        <a:bodyPr/>
        <a:lstStyle/>
        <a:p>
          <a:endParaRPr lang="en-IN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14BF1E4-04A2-4817-AF2B-1F5AF6021BEB}" type="sibTrans" cxnId="{639E5267-1771-4E71-A3CF-26BF5868C272}">
      <dgm:prSet/>
      <dgm:spPr/>
      <dgm:t>
        <a:bodyPr/>
        <a:lstStyle/>
        <a:p>
          <a:endParaRPr lang="en-IN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F3F95C1-2D71-48FC-A6B5-62A9BB25A63A}">
      <dgm:prSet phldrT="[Text]"/>
      <dgm:spPr/>
      <dgm:t>
        <a:bodyPr/>
        <a:lstStyle/>
        <a:p>
          <a:r>
            <a:rPr lang="en-IN" dirty="0">
              <a:latin typeface="Times New Roman" panose="02020603050405020304" pitchFamily="18" charset="0"/>
              <a:cs typeface="Times New Roman" panose="02020603050405020304" pitchFamily="18" charset="0"/>
            </a:rPr>
            <a:t>Read</a:t>
          </a:r>
        </a:p>
      </dgm:t>
    </dgm:pt>
    <dgm:pt modelId="{3FD30488-B471-4C93-B7F2-5BBBDC1629AA}" type="parTrans" cxnId="{FE73F5FB-B5FD-4FEB-ACD0-09DD6467F316}">
      <dgm:prSet/>
      <dgm:spPr/>
      <dgm:t>
        <a:bodyPr/>
        <a:lstStyle/>
        <a:p>
          <a:endParaRPr lang="en-IN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8226E2B-52E0-4B1E-A137-3B27668001AD}" type="sibTrans" cxnId="{FE73F5FB-B5FD-4FEB-ACD0-09DD6467F316}">
      <dgm:prSet/>
      <dgm:spPr/>
      <dgm:t>
        <a:bodyPr/>
        <a:lstStyle/>
        <a:p>
          <a:endParaRPr lang="en-IN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09B4A8A-6B35-4AE3-A1C0-60A363396443}">
      <dgm:prSet phldrT="[Text]"/>
      <dgm:spPr/>
      <dgm:t>
        <a:bodyPr/>
        <a:lstStyle/>
        <a:p>
          <a:r>
            <a:rPr lang="en-IN" dirty="0">
              <a:latin typeface="Times New Roman" panose="02020603050405020304" pitchFamily="18" charset="0"/>
              <a:cs typeface="Times New Roman" panose="02020603050405020304" pitchFamily="18" charset="0"/>
            </a:rPr>
            <a:t>Write</a:t>
          </a:r>
        </a:p>
      </dgm:t>
    </dgm:pt>
    <dgm:pt modelId="{AD6E5B84-241E-4206-A2BF-9C111962295E}" type="parTrans" cxnId="{D3CE8BA9-09E2-435A-B807-E7644AA3F14D}">
      <dgm:prSet/>
      <dgm:spPr/>
      <dgm:t>
        <a:bodyPr/>
        <a:lstStyle/>
        <a:p>
          <a:endParaRPr lang="en-IN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40E13FE-F56E-4F85-B0D6-1F9DD230E5D6}" type="sibTrans" cxnId="{D3CE8BA9-09E2-435A-B807-E7644AA3F14D}">
      <dgm:prSet/>
      <dgm:spPr/>
      <dgm:t>
        <a:bodyPr/>
        <a:lstStyle/>
        <a:p>
          <a:endParaRPr lang="en-IN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EB4F9BE-0E8D-444D-B28B-B27D024D4B00}" type="pres">
      <dgm:prSet presAssocID="{7B343284-6EF2-4E2C-BCD8-4FA8B0F2AED4}" presName="CompostProcess" presStyleCnt="0">
        <dgm:presLayoutVars>
          <dgm:dir/>
          <dgm:resizeHandles val="exact"/>
        </dgm:presLayoutVars>
      </dgm:prSet>
      <dgm:spPr/>
    </dgm:pt>
    <dgm:pt modelId="{2AA7715B-44B6-49E2-98C6-1A31BD578EAA}" type="pres">
      <dgm:prSet presAssocID="{7B343284-6EF2-4E2C-BCD8-4FA8B0F2AED4}" presName="arrow" presStyleLbl="bgShp" presStyleIdx="0" presStyleCnt="1"/>
      <dgm:spPr/>
    </dgm:pt>
    <dgm:pt modelId="{419FFC47-FFFD-46BE-B209-89D570D6FAB1}" type="pres">
      <dgm:prSet presAssocID="{7B343284-6EF2-4E2C-BCD8-4FA8B0F2AED4}" presName="linearProcess" presStyleCnt="0"/>
      <dgm:spPr/>
    </dgm:pt>
    <dgm:pt modelId="{F441763E-D006-4D6F-9C60-60FDE79A9357}" type="pres">
      <dgm:prSet presAssocID="{CE9E38CF-D81A-4168-B2C9-5A38BB59671D}" presName="textNode" presStyleLbl="node1" presStyleIdx="0" presStyleCnt="4">
        <dgm:presLayoutVars>
          <dgm:bulletEnabled val="1"/>
        </dgm:presLayoutVars>
      </dgm:prSet>
      <dgm:spPr/>
    </dgm:pt>
    <dgm:pt modelId="{ABA8BB97-317E-431C-9C0B-D18B87114618}" type="pres">
      <dgm:prSet presAssocID="{44A68A80-9658-4279-B7C7-78A515CD5FAD}" presName="sibTrans" presStyleCnt="0"/>
      <dgm:spPr/>
    </dgm:pt>
    <dgm:pt modelId="{217BF80D-9739-43C1-9DC1-AEFE56D46BE4}" type="pres">
      <dgm:prSet presAssocID="{C03A7433-AD02-4632-ACA8-6565E9C08572}" presName="textNode" presStyleLbl="node1" presStyleIdx="1" presStyleCnt="4">
        <dgm:presLayoutVars>
          <dgm:bulletEnabled val="1"/>
        </dgm:presLayoutVars>
      </dgm:prSet>
      <dgm:spPr/>
    </dgm:pt>
    <dgm:pt modelId="{7BF379AC-B861-44FC-9A64-832EECC80E67}" type="pres">
      <dgm:prSet presAssocID="{414BF1E4-04A2-4817-AF2B-1F5AF6021BEB}" presName="sibTrans" presStyleCnt="0"/>
      <dgm:spPr/>
    </dgm:pt>
    <dgm:pt modelId="{7A61423D-E515-49AE-B2A2-EEBE05518AA2}" type="pres">
      <dgm:prSet presAssocID="{AF3F95C1-2D71-48FC-A6B5-62A9BB25A63A}" presName="textNode" presStyleLbl="node1" presStyleIdx="2" presStyleCnt="4">
        <dgm:presLayoutVars>
          <dgm:bulletEnabled val="1"/>
        </dgm:presLayoutVars>
      </dgm:prSet>
      <dgm:spPr/>
    </dgm:pt>
    <dgm:pt modelId="{CA8180D8-5BDC-4CCA-95C5-F2E21E7A9419}" type="pres">
      <dgm:prSet presAssocID="{68226E2B-52E0-4B1E-A137-3B27668001AD}" presName="sibTrans" presStyleCnt="0"/>
      <dgm:spPr/>
    </dgm:pt>
    <dgm:pt modelId="{05D2253B-F273-4475-B992-3AB3BB9D12A8}" type="pres">
      <dgm:prSet presAssocID="{C09B4A8A-6B35-4AE3-A1C0-60A363396443}" presName="textNode" presStyleLbl="node1" presStyleIdx="3" presStyleCnt="4">
        <dgm:presLayoutVars>
          <dgm:bulletEnabled val="1"/>
        </dgm:presLayoutVars>
      </dgm:prSet>
      <dgm:spPr/>
    </dgm:pt>
  </dgm:ptLst>
  <dgm:cxnLst>
    <dgm:cxn modelId="{9AC02C01-0974-4BDC-928E-0354E43CCA94}" type="presOf" srcId="{7B343284-6EF2-4E2C-BCD8-4FA8B0F2AED4}" destId="{BEB4F9BE-0E8D-444D-B28B-B27D024D4B00}" srcOrd="0" destOrd="0" presId="urn:microsoft.com/office/officeart/2005/8/layout/hProcess9"/>
    <dgm:cxn modelId="{01A9C51F-D8EA-411E-B0F5-685AB619F9AE}" type="presOf" srcId="{CE9E38CF-D81A-4168-B2C9-5A38BB59671D}" destId="{F441763E-D006-4D6F-9C60-60FDE79A9357}" srcOrd="0" destOrd="0" presId="urn:microsoft.com/office/officeart/2005/8/layout/hProcess9"/>
    <dgm:cxn modelId="{0666D42F-557F-43F0-9EFD-8EA6E5697941}" srcId="{7B343284-6EF2-4E2C-BCD8-4FA8B0F2AED4}" destId="{CE9E38CF-D81A-4168-B2C9-5A38BB59671D}" srcOrd="0" destOrd="0" parTransId="{42607D70-0E45-4148-AFDD-4E3B033F6924}" sibTransId="{44A68A80-9658-4279-B7C7-78A515CD5FAD}"/>
    <dgm:cxn modelId="{639E5267-1771-4E71-A3CF-26BF5868C272}" srcId="{7B343284-6EF2-4E2C-BCD8-4FA8B0F2AED4}" destId="{C03A7433-AD02-4632-ACA8-6565E9C08572}" srcOrd="1" destOrd="0" parTransId="{9DD368D4-C023-4EAA-B5DE-2C2BE48F5D91}" sibTransId="{414BF1E4-04A2-4817-AF2B-1F5AF6021BEB}"/>
    <dgm:cxn modelId="{8AC20752-43BB-4BE3-B9E5-5539039D44A1}" type="presOf" srcId="{C09B4A8A-6B35-4AE3-A1C0-60A363396443}" destId="{05D2253B-F273-4475-B992-3AB3BB9D12A8}" srcOrd="0" destOrd="0" presId="urn:microsoft.com/office/officeart/2005/8/layout/hProcess9"/>
    <dgm:cxn modelId="{9ADC0455-51F5-4F10-93AF-1657D037E937}" type="presOf" srcId="{C03A7433-AD02-4632-ACA8-6565E9C08572}" destId="{217BF80D-9739-43C1-9DC1-AEFE56D46BE4}" srcOrd="0" destOrd="0" presId="urn:microsoft.com/office/officeart/2005/8/layout/hProcess9"/>
    <dgm:cxn modelId="{A4EBFC8C-6D13-4B4C-A29F-DCA2C8E21D0D}" type="presOf" srcId="{AF3F95C1-2D71-48FC-A6B5-62A9BB25A63A}" destId="{7A61423D-E515-49AE-B2A2-EEBE05518AA2}" srcOrd="0" destOrd="0" presId="urn:microsoft.com/office/officeart/2005/8/layout/hProcess9"/>
    <dgm:cxn modelId="{D3CE8BA9-09E2-435A-B807-E7644AA3F14D}" srcId="{7B343284-6EF2-4E2C-BCD8-4FA8B0F2AED4}" destId="{C09B4A8A-6B35-4AE3-A1C0-60A363396443}" srcOrd="3" destOrd="0" parTransId="{AD6E5B84-241E-4206-A2BF-9C111962295E}" sibTransId="{E40E13FE-F56E-4F85-B0D6-1F9DD230E5D6}"/>
    <dgm:cxn modelId="{FE73F5FB-B5FD-4FEB-ACD0-09DD6467F316}" srcId="{7B343284-6EF2-4E2C-BCD8-4FA8B0F2AED4}" destId="{AF3F95C1-2D71-48FC-A6B5-62A9BB25A63A}" srcOrd="2" destOrd="0" parTransId="{3FD30488-B471-4C93-B7F2-5BBBDC1629AA}" sibTransId="{68226E2B-52E0-4B1E-A137-3B27668001AD}"/>
    <dgm:cxn modelId="{56E09037-AC96-4D06-8B8F-B101E4485B8C}" type="presParOf" srcId="{BEB4F9BE-0E8D-444D-B28B-B27D024D4B00}" destId="{2AA7715B-44B6-49E2-98C6-1A31BD578EAA}" srcOrd="0" destOrd="0" presId="urn:microsoft.com/office/officeart/2005/8/layout/hProcess9"/>
    <dgm:cxn modelId="{EEB06790-ED15-4F25-9E4E-B26A18CD34FD}" type="presParOf" srcId="{BEB4F9BE-0E8D-444D-B28B-B27D024D4B00}" destId="{419FFC47-FFFD-46BE-B209-89D570D6FAB1}" srcOrd="1" destOrd="0" presId="urn:microsoft.com/office/officeart/2005/8/layout/hProcess9"/>
    <dgm:cxn modelId="{C901210E-8E8E-44DF-BF52-1DF9438FD362}" type="presParOf" srcId="{419FFC47-FFFD-46BE-B209-89D570D6FAB1}" destId="{F441763E-D006-4D6F-9C60-60FDE79A9357}" srcOrd="0" destOrd="0" presId="urn:microsoft.com/office/officeart/2005/8/layout/hProcess9"/>
    <dgm:cxn modelId="{E9AC53E2-F69C-48DB-8D8B-0AC645C077E5}" type="presParOf" srcId="{419FFC47-FFFD-46BE-B209-89D570D6FAB1}" destId="{ABA8BB97-317E-431C-9C0B-D18B87114618}" srcOrd="1" destOrd="0" presId="urn:microsoft.com/office/officeart/2005/8/layout/hProcess9"/>
    <dgm:cxn modelId="{F595B5F1-E39D-4B63-9D32-BADAD54DF2FD}" type="presParOf" srcId="{419FFC47-FFFD-46BE-B209-89D570D6FAB1}" destId="{217BF80D-9739-43C1-9DC1-AEFE56D46BE4}" srcOrd="2" destOrd="0" presId="urn:microsoft.com/office/officeart/2005/8/layout/hProcess9"/>
    <dgm:cxn modelId="{0403A8EC-0936-49A5-85D4-480A701AD745}" type="presParOf" srcId="{419FFC47-FFFD-46BE-B209-89D570D6FAB1}" destId="{7BF379AC-B861-44FC-9A64-832EECC80E67}" srcOrd="3" destOrd="0" presId="urn:microsoft.com/office/officeart/2005/8/layout/hProcess9"/>
    <dgm:cxn modelId="{3349E131-A54F-471D-847F-BCC98CBA3FEB}" type="presParOf" srcId="{419FFC47-FFFD-46BE-B209-89D570D6FAB1}" destId="{7A61423D-E515-49AE-B2A2-EEBE05518AA2}" srcOrd="4" destOrd="0" presId="urn:microsoft.com/office/officeart/2005/8/layout/hProcess9"/>
    <dgm:cxn modelId="{226280DE-5B86-4EE1-8B91-43A67EAE8197}" type="presParOf" srcId="{419FFC47-FFFD-46BE-B209-89D570D6FAB1}" destId="{CA8180D8-5BDC-4CCA-95C5-F2E21E7A9419}" srcOrd="5" destOrd="0" presId="urn:microsoft.com/office/officeart/2005/8/layout/hProcess9"/>
    <dgm:cxn modelId="{3C4282B0-02E0-4E19-A213-3324E9A7E09F}" type="presParOf" srcId="{419FFC47-FFFD-46BE-B209-89D570D6FAB1}" destId="{05D2253B-F273-4475-B992-3AB3BB9D12A8}" srcOrd="6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AA08163-159F-42DC-8A5A-A91299DB267B}">
      <dsp:nvSpPr>
        <dsp:cNvPr id="0" name=""/>
        <dsp:cNvSpPr/>
      </dsp:nvSpPr>
      <dsp:spPr>
        <a:xfrm>
          <a:off x="289979" y="0"/>
          <a:ext cx="6567424" cy="4104640"/>
        </a:xfrm>
        <a:prstGeom prst="swooshArrow">
          <a:avLst>
            <a:gd name="adj1" fmla="val 25000"/>
            <a:gd name="adj2" fmla="val 25000"/>
          </a:avLst>
        </a:prstGeom>
        <a:gradFill rotWithShape="0">
          <a:gsLst>
            <a:gs pos="0">
              <a:schemeClr val="accent2">
                <a:tint val="4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tint val="4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tint val="4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/>
      </dsp:style>
    </dsp:sp>
    <dsp:sp modelId="{9F92BE5A-6D3E-41B0-922C-329E9E64C779}">
      <dsp:nvSpPr>
        <dsp:cNvPr id="0" name=""/>
        <dsp:cNvSpPr/>
      </dsp:nvSpPr>
      <dsp:spPr>
        <a:xfrm>
          <a:off x="1124042" y="2833022"/>
          <a:ext cx="170753" cy="170753"/>
        </a:xfrm>
        <a:prstGeom prst="ellips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E6DD510-4D2E-41F1-8BFE-27E15389F0F8}">
      <dsp:nvSpPr>
        <dsp:cNvPr id="0" name=""/>
        <dsp:cNvSpPr/>
      </dsp:nvSpPr>
      <dsp:spPr>
        <a:xfrm>
          <a:off x="1286931" y="2899727"/>
          <a:ext cx="3795455" cy="11862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478" tIns="0" rIns="0" bIns="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b="1" kern="1200" dirty="0">
              <a:solidFill>
                <a:schemeClr val="accent1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What is File Handling in Java?</a:t>
          </a:r>
        </a:p>
      </dsp:txBody>
      <dsp:txXfrm>
        <a:off x="1286931" y="2899727"/>
        <a:ext cx="3795455" cy="1186240"/>
      </dsp:txXfrm>
    </dsp:sp>
    <dsp:sp modelId="{1B605B1A-B87F-4F70-A2D9-F19E2BE84FE4}">
      <dsp:nvSpPr>
        <dsp:cNvPr id="0" name=""/>
        <dsp:cNvSpPr/>
      </dsp:nvSpPr>
      <dsp:spPr>
        <a:xfrm>
          <a:off x="2631266" y="1717381"/>
          <a:ext cx="308668" cy="308668"/>
        </a:xfrm>
        <a:prstGeom prst="ellipse">
          <a:avLst/>
        </a:prstGeom>
        <a:gradFill rotWithShape="0">
          <a:gsLst>
            <a:gs pos="0">
              <a:schemeClr val="accent2">
                <a:hueOff val="-727682"/>
                <a:satOff val="-41964"/>
                <a:lumOff val="431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727682"/>
                <a:satOff val="-41964"/>
                <a:lumOff val="431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727682"/>
                <a:satOff val="-41964"/>
                <a:lumOff val="431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690B5B2-F124-4F7E-ADDD-271F2F6DFB06}">
      <dsp:nvSpPr>
        <dsp:cNvPr id="0" name=""/>
        <dsp:cNvSpPr/>
      </dsp:nvSpPr>
      <dsp:spPr>
        <a:xfrm>
          <a:off x="2810930" y="1871715"/>
          <a:ext cx="2639726" cy="22329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557" tIns="0" rIns="0" bIns="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b="1" kern="1200" dirty="0">
              <a:solidFill>
                <a:schemeClr val="accent1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File Methods</a:t>
          </a:r>
        </a:p>
      </dsp:txBody>
      <dsp:txXfrm>
        <a:off x="2810930" y="1871715"/>
        <a:ext cx="2639726" cy="2232924"/>
      </dsp:txXfrm>
    </dsp:sp>
    <dsp:sp modelId="{9806BE4B-02F3-4F9C-9E85-34C8295A2926}">
      <dsp:nvSpPr>
        <dsp:cNvPr id="0" name=""/>
        <dsp:cNvSpPr/>
      </dsp:nvSpPr>
      <dsp:spPr>
        <a:xfrm>
          <a:off x="4443875" y="1038473"/>
          <a:ext cx="426882" cy="426882"/>
        </a:xfrm>
        <a:prstGeom prst="ellipse">
          <a:avLst/>
        </a:prstGeom>
        <a:gradFill rotWithShape="0">
          <a:gsLst>
            <a:gs pos="0">
              <a:schemeClr val="accent2">
                <a:hueOff val="-1455363"/>
                <a:satOff val="-83928"/>
                <a:lumOff val="8628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1455363"/>
                <a:satOff val="-83928"/>
                <a:lumOff val="8628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1455363"/>
                <a:satOff val="-83928"/>
                <a:lumOff val="8628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2840F4B-459B-4149-A942-36B4A7E48FBD}">
      <dsp:nvSpPr>
        <dsp:cNvPr id="0" name=""/>
        <dsp:cNvSpPr/>
      </dsp:nvSpPr>
      <dsp:spPr>
        <a:xfrm>
          <a:off x="4657316" y="1251915"/>
          <a:ext cx="1576181" cy="28527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6196" tIns="0" rIns="0" bIns="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b="1" kern="1200" dirty="0">
              <a:solidFill>
                <a:schemeClr val="accent1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File Operations</a:t>
          </a:r>
        </a:p>
      </dsp:txBody>
      <dsp:txXfrm>
        <a:off x="4657316" y="1251915"/>
        <a:ext cx="1576181" cy="285272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854E77-7AA8-4D62-B683-1137F5F6C012}">
      <dsp:nvSpPr>
        <dsp:cNvPr id="0" name=""/>
        <dsp:cNvSpPr/>
      </dsp:nvSpPr>
      <dsp:spPr>
        <a:xfrm>
          <a:off x="0" y="0"/>
          <a:ext cx="4876800" cy="89408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R</a:t>
          </a:r>
          <a:r>
            <a:rPr lang="en-US" sz="2000" b="0" i="0" kern="1200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eading from and writing data to a file</a:t>
          </a:r>
          <a:endParaRPr lang="en-IN" sz="2000" kern="1200" dirty="0">
            <a:solidFill>
              <a:schemeClr val="tx1">
                <a:lumMod val="95000"/>
                <a:lumOff val="5000"/>
              </a:schemeClr>
            </a:solidFill>
          </a:endParaRPr>
        </a:p>
      </dsp:txBody>
      <dsp:txXfrm>
        <a:off x="26187" y="26187"/>
        <a:ext cx="3836467" cy="841706"/>
      </dsp:txXfrm>
    </dsp:sp>
    <dsp:sp modelId="{F633099D-07E4-4BC7-90C2-FD3CB7D11871}">
      <dsp:nvSpPr>
        <dsp:cNvPr id="0" name=""/>
        <dsp:cNvSpPr/>
      </dsp:nvSpPr>
      <dsp:spPr>
        <a:xfrm>
          <a:off x="408432" y="1056640"/>
          <a:ext cx="4876800" cy="89408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rPr>
            <a:t>java.io package</a:t>
          </a:r>
          <a:r>
            <a:rPr lang="en-US" sz="2000" b="0" i="0" kern="120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rPr>
            <a:t>, allows us to work with different formats of files</a:t>
          </a:r>
          <a:endParaRPr lang="en-IN" sz="2000" kern="1200" dirty="0">
            <a:solidFill>
              <a:schemeClr val="tx1">
                <a:lumMod val="95000"/>
                <a:lumOff val="5000"/>
              </a:schemeClr>
            </a:solidFill>
          </a:endParaRPr>
        </a:p>
      </dsp:txBody>
      <dsp:txXfrm>
        <a:off x="434619" y="1082827"/>
        <a:ext cx="3834841" cy="841706"/>
      </dsp:txXfrm>
    </dsp:sp>
    <dsp:sp modelId="{DAC6FC21-DB57-4796-B13E-0067045C00C4}">
      <dsp:nvSpPr>
        <dsp:cNvPr id="0" name=""/>
        <dsp:cNvSpPr/>
      </dsp:nvSpPr>
      <dsp:spPr>
        <a:xfrm>
          <a:off x="810768" y="2113280"/>
          <a:ext cx="4876800" cy="89408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Use Streams to make I/O operations</a:t>
          </a:r>
          <a:endParaRPr lang="en-IN" sz="2000" kern="1200" dirty="0">
            <a:solidFill>
              <a:schemeClr val="tx1">
                <a:lumMod val="95000"/>
                <a:lumOff val="5000"/>
              </a:schemeClr>
            </a:solidFill>
          </a:endParaRPr>
        </a:p>
      </dsp:txBody>
      <dsp:txXfrm>
        <a:off x="836955" y="2139467"/>
        <a:ext cx="3840937" cy="841706"/>
      </dsp:txXfrm>
    </dsp:sp>
    <dsp:sp modelId="{502DC2F1-0114-4B88-BF48-8B333498E85C}">
      <dsp:nvSpPr>
        <dsp:cNvPr id="0" name=""/>
        <dsp:cNvSpPr/>
      </dsp:nvSpPr>
      <dsp:spPr>
        <a:xfrm>
          <a:off x="1219200" y="3169919"/>
          <a:ext cx="4876800" cy="89408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File Obj = new File("filename.txt");</a:t>
          </a:r>
          <a:endParaRPr lang="en-IN" sz="2000" kern="1200" dirty="0">
            <a:solidFill>
              <a:schemeClr val="tx1">
                <a:lumMod val="95000"/>
                <a:lumOff val="5000"/>
              </a:schemeClr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245387" y="3196106"/>
        <a:ext cx="3834841" cy="841706"/>
      </dsp:txXfrm>
    </dsp:sp>
    <dsp:sp modelId="{0895C37C-92EE-468B-8CEB-4A6AF844F6E0}">
      <dsp:nvSpPr>
        <dsp:cNvPr id="0" name=""/>
        <dsp:cNvSpPr/>
      </dsp:nvSpPr>
      <dsp:spPr>
        <a:xfrm>
          <a:off x="4295647" y="684783"/>
          <a:ext cx="581152" cy="581152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000" kern="1200">
            <a:solidFill>
              <a:schemeClr val="tx1">
                <a:lumMod val="95000"/>
                <a:lumOff val="5000"/>
              </a:schemeClr>
            </a:solidFill>
          </a:endParaRPr>
        </a:p>
      </dsp:txBody>
      <dsp:txXfrm>
        <a:off x="4426406" y="684783"/>
        <a:ext cx="319634" cy="437317"/>
      </dsp:txXfrm>
    </dsp:sp>
    <dsp:sp modelId="{17478CE4-6053-499F-9804-202C37D35BF5}">
      <dsp:nvSpPr>
        <dsp:cNvPr id="0" name=""/>
        <dsp:cNvSpPr/>
      </dsp:nvSpPr>
      <dsp:spPr>
        <a:xfrm>
          <a:off x="4704080" y="1741423"/>
          <a:ext cx="581152" cy="581152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000" kern="1200">
            <a:solidFill>
              <a:schemeClr val="tx1">
                <a:lumMod val="95000"/>
                <a:lumOff val="5000"/>
              </a:schemeClr>
            </a:solidFill>
          </a:endParaRPr>
        </a:p>
      </dsp:txBody>
      <dsp:txXfrm>
        <a:off x="4834839" y="1741423"/>
        <a:ext cx="319634" cy="437317"/>
      </dsp:txXfrm>
    </dsp:sp>
    <dsp:sp modelId="{0C8B0F9A-A609-4951-9A35-AA696FCF78A5}">
      <dsp:nvSpPr>
        <dsp:cNvPr id="0" name=""/>
        <dsp:cNvSpPr/>
      </dsp:nvSpPr>
      <dsp:spPr>
        <a:xfrm>
          <a:off x="5106415" y="2798064"/>
          <a:ext cx="581152" cy="581152"/>
        </a:xfrm>
        <a:prstGeom prst="downArrow">
          <a:avLst>
            <a:gd name="adj1" fmla="val 55000"/>
            <a:gd name="adj2" fmla="val 45000"/>
          </a:avLst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000" kern="1200">
            <a:solidFill>
              <a:schemeClr val="tx1">
                <a:lumMod val="95000"/>
                <a:lumOff val="5000"/>
              </a:schemeClr>
            </a:solidFill>
          </a:endParaRPr>
        </a:p>
      </dsp:txBody>
      <dsp:txXfrm>
        <a:off x="5237174" y="2798064"/>
        <a:ext cx="319634" cy="43731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230751-4167-4BE7-96B0-9C69DC46C8A0}">
      <dsp:nvSpPr>
        <dsp:cNvPr id="0" name=""/>
        <dsp:cNvSpPr/>
      </dsp:nvSpPr>
      <dsp:spPr>
        <a:xfrm rot="10800000">
          <a:off x="956016" y="949"/>
          <a:ext cx="2989707" cy="811878"/>
        </a:xfrm>
        <a:prstGeom prst="homePlat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58016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canRead()</a:t>
          </a:r>
        </a:p>
      </dsp:txBody>
      <dsp:txXfrm rot="10800000">
        <a:off x="1158985" y="949"/>
        <a:ext cx="2786738" cy="811878"/>
      </dsp:txXfrm>
    </dsp:sp>
    <dsp:sp modelId="{ECD15F9F-5D60-4D3D-AAD2-91D16A688299}">
      <dsp:nvSpPr>
        <dsp:cNvPr id="0" name=""/>
        <dsp:cNvSpPr/>
      </dsp:nvSpPr>
      <dsp:spPr>
        <a:xfrm>
          <a:off x="550076" y="949"/>
          <a:ext cx="811878" cy="811878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>
          <a:noFill/>
        </a:ln>
        <a:effectLst/>
        <a:scene3d>
          <a:camera prst="orthographicFront"/>
          <a:lightRig rig="flat" dir="t"/>
        </a:scene3d>
        <a:sp3d z="127000" prstMaterial="plastic">
          <a:bevelT w="88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  <dsp:sp modelId="{C177703A-069E-4450-AADE-935BDACFF82A}">
      <dsp:nvSpPr>
        <dsp:cNvPr id="0" name=""/>
        <dsp:cNvSpPr/>
      </dsp:nvSpPr>
      <dsp:spPr>
        <a:xfrm rot="10800000">
          <a:off x="956016" y="1055179"/>
          <a:ext cx="2989707" cy="811878"/>
        </a:xfrm>
        <a:prstGeom prst="homePlate">
          <a:avLst/>
        </a:prstGeom>
        <a:gradFill rotWithShape="0">
          <a:gsLst>
            <a:gs pos="0">
              <a:schemeClr val="accent5">
                <a:hueOff val="-2252848"/>
                <a:satOff val="-5806"/>
                <a:lumOff val="-392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2252848"/>
                <a:satOff val="-5806"/>
                <a:lumOff val="-392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2252848"/>
                <a:satOff val="-5806"/>
                <a:lumOff val="-392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58016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canWrite()</a:t>
          </a:r>
        </a:p>
      </dsp:txBody>
      <dsp:txXfrm rot="10800000">
        <a:off x="1158985" y="1055179"/>
        <a:ext cx="2786738" cy="811878"/>
      </dsp:txXfrm>
    </dsp:sp>
    <dsp:sp modelId="{2CA2F765-2302-41F6-ABC9-3A66379059B3}">
      <dsp:nvSpPr>
        <dsp:cNvPr id="0" name=""/>
        <dsp:cNvSpPr/>
      </dsp:nvSpPr>
      <dsp:spPr>
        <a:xfrm>
          <a:off x="550076" y="1055179"/>
          <a:ext cx="811878" cy="811878"/>
        </a:xfrm>
        <a:prstGeom prst="ellipse">
          <a:avLst/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>
          <a:noFill/>
        </a:ln>
        <a:effectLst/>
        <a:scene3d>
          <a:camera prst="orthographicFront"/>
          <a:lightRig rig="flat" dir="t"/>
        </a:scene3d>
        <a:sp3d z="127000" prstMaterial="plastic">
          <a:bevelT w="88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  <dsp:sp modelId="{0BA35254-667B-4D6B-B12A-D97A115F4A60}">
      <dsp:nvSpPr>
        <dsp:cNvPr id="0" name=""/>
        <dsp:cNvSpPr/>
      </dsp:nvSpPr>
      <dsp:spPr>
        <a:xfrm rot="10800000">
          <a:off x="956016" y="2109409"/>
          <a:ext cx="2989707" cy="811878"/>
        </a:xfrm>
        <a:prstGeom prst="homePlate">
          <a:avLst/>
        </a:prstGeom>
        <a:gradFill rotWithShape="0">
          <a:gsLst>
            <a:gs pos="0">
              <a:schemeClr val="accent5">
                <a:hueOff val="-4505695"/>
                <a:satOff val="-11613"/>
                <a:lumOff val="-784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4505695"/>
                <a:satOff val="-11613"/>
                <a:lumOff val="-784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4505695"/>
                <a:satOff val="-11613"/>
                <a:lumOff val="-784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58016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createNewFile()</a:t>
          </a:r>
        </a:p>
      </dsp:txBody>
      <dsp:txXfrm rot="10800000">
        <a:off x="1158985" y="2109409"/>
        <a:ext cx="2786738" cy="811878"/>
      </dsp:txXfrm>
    </dsp:sp>
    <dsp:sp modelId="{29096E91-CBCF-4E4D-86B3-DF1D07079F24}">
      <dsp:nvSpPr>
        <dsp:cNvPr id="0" name=""/>
        <dsp:cNvSpPr/>
      </dsp:nvSpPr>
      <dsp:spPr>
        <a:xfrm>
          <a:off x="550076" y="2109409"/>
          <a:ext cx="811878" cy="811878"/>
        </a:xfrm>
        <a:prstGeom prst="ellipse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1000" b="-1000"/>
          </a:stretch>
        </a:blipFill>
        <a:ln>
          <a:noFill/>
        </a:ln>
        <a:effectLst/>
        <a:scene3d>
          <a:camera prst="orthographicFront"/>
          <a:lightRig rig="flat" dir="t"/>
        </a:scene3d>
        <a:sp3d z="127000" prstMaterial="plastic">
          <a:bevelT w="88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  <dsp:sp modelId="{D90A9A4F-83FD-4223-8FEE-439D2587D7B0}">
      <dsp:nvSpPr>
        <dsp:cNvPr id="0" name=""/>
        <dsp:cNvSpPr/>
      </dsp:nvSpPr>
      <dsp:spPr>
        <a:xfrm rot="10800000">
          <a:off x="956016" y="3163639"/>
          <a:ext cx="2989707" cy="811878"/>
        </a:xfrm>
        <a:prstGeom prst="homePlate">
          <a:avLst/>
        </a:prstGeom>
        <a:gradFill rotWithShape="0">
          <a:gsLst>
            <a:gs pos="0">
              <a:schemeClr val="accent5">
                <a:hueOff val="-6758543"/>
                <a:satOff val="-17419"/>
                <a:lumOff val="-1176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758543"/>
                <a:satOff val="-17419"/>
                <a:lumOff val="-1176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758543"/>
                <a:satOff val="-17419"/>
                <a:lumOff val="-1176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58016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delete()</a:t>
          </a:r>
        </a:p>
      </dsp:txBody>
      <dsp:txXfrm rot="10800000">
        <a:off x="1158985" y="3163639"/>
        <a:ext cx="2786738" cy="811878"/>
      </dsp:txXfrm>
    </dsp:sp>
    <dsp:sp modelId="{2A1CD427-59E4-40C9-AA7B-5B5191DE3E62}">
      <dsp:nvSpPr>
        <dsp:cNvPr id="0" name=""/>
        <dsp:cNvSpPr/>
      </dsp:nvSpPr>
      <dsp:spPr>
        <a:xfrm>
          <a:off x="550076" y="3163639"/>
          <a:ext cx="811878" cy="811878"/>
        </a:xfrm>
        <a:prstGeom prst="ellipse">
          <a:avLst/>
        </a:prstGeom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000" r="-1000"/>
          </a:stretch>
        </a:blipFill>
        <a:ln>
          <a:noFill/>
        </a:ln>
        <a:effectLst/>
        <a:scene3d>
          <a:camera prst="orthographicFront"/>
          <a:lightRig rig="flat" dir="t"/>
        </a:scene3d>
        <a:sp3d z="127000" prstMaterial="plastic">
          <a:bevelT w="88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230751-4167-4BE7-96B0-9C69DC46C8A0}">
      <dsp:nvSpPr>
        <dsp:cNvPr id="0" name=""/>
        <dsp:cNvSpPr/>
      </dsp:nvSpPr>
      <dsp:spPr>
        <a:xfrm rot="10800000">
          <a:off x="956016" y="949"/>
          <a:ext cx="2989707" cy="811878"/>
        </a:xfrm>
        <a:prstGeom prst="homePlat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58016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exists()</a:t>
          </a:r>
        </a:p>
      </dsp:txBody>
      <dsp:txXfrm rot="10800000">
        <a:off x="1158985" y="949"/>
        <a:ext cx="2786738" cy="811878"/>
      </dsp:txXfrm>
    </dsp:sp>
    <dsp:sp modelId="{ECD15F9F-5D60-4D3D-AAD2-91D16A688299}">
      <dsp:nvSpPr>
        <dsp:cNvPr id="0" name=""/>
        <dsp:cNvSpPr/>
      </dsp:nvSpPr>
      <dsp:spPr>
        <a:xfrm>
          <a:off x="550076" y="949"/>
          <a:ext cx="811878" cy="811878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000" r="-2000"/>
          </a:stretch>
        </a:blipFill>
        <a:ln>
          <a:noFill/>
        </a:ln>
        <a:effectLst/>
        <a:scene3d>
          <a:camera prst="orthographicFront"/>
          <a:lightRig rig="flat" dir="t"/>
        </a:scene3d>
        <a:sp3d z="127000" prstMaterial="plastic">
          <a:bevelT w="88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  <dsp:sp modelId="{C177703A-069E-4450-AADE-935BDACFF82A}">
      <dsp:nvSpPr>
        <dsp:cNvPr id="0" name=""/>
        <dsp:cNvSpPr/>
      </dsp:nvSpPr>
      <dsp:spPr>
        <a:xfrm rot="10800000">
          <a:off x="956016" y="1055179"/>
          <a:ext cx="2989707" cy="811878"/>
        </a:xfrm>
        <a:prstGeom prst="homePlate">
          <a:avLst/>
        </a:prstGeom>
        <a:gradFill rotWithShape="0">
          <a:gsLst>
            <a:gs pos="0">
              <a:schemeClr val="accent5">
                <a:hueOff val="-2252848"/>
                <a:satOff val="-5806"/>
                <a:lumOff val="-392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2252848"/>
                <a:satOff val="-5806"/>
                <a:lumOff val="-392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2252848"/>
                <a:satOff val="-5806"/>
                <a:lumOff val="-392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58016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getName()</a:t>
          </a:r>
        </a:p>
      </dsp:txBody>
      <dsp:txXfrm rot="10800000">
        <a:off x="1158985" y="1055179"/>
        <a:ext cx="2786738" cy="811878"/>
      </dsp:txXfrm>
    </dsp:sp>
    <dsp:sp modelId="{2CA2F765-2302-41F6-ABC9-3A66379059B3}">
      <dsp:nvSpPr>
        <dsp:cNvPr id="0" name=""/>
        <dsp:cNvSpPr/>
      </dsp:nvSpPr>
      <dsp:spPr>
        <a:xfrm>
          <a:off x="550076" y="1055179"/>
          <a:ext cx="811878" cy="811878"/>
        </a:xfrm>
        <a:prstGeom prst="ellipse">
          <a:avLst/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1000" b="-1000"/>
          </a:stretch>
        </a:blipFill>
        <a:ln>
          <a:noFill/>
        </a:ln>
        <a:effectLst/>
        <a:scene3d>
          <a:camera prst="orthographicFront"/>
          <a:lightRig rig="flat" dir="t"/>
        </a:scene3d>
        <a:sp3d z="127000" prstMaterial="plastic">
          <a:bevelT w="88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  <dsp:sp modelId="{0BA35254-667B-4D6B-B12A-D97A115F4A60}">
      <dsp:nvSpPr>
        <dsp:cNvPr id="0" name=""/>
        <dsp:cNvSpPr/>
      </dsp:nvSpPr>
      <dsp:spPr>
        <a:xfrm rot="10800000">
          <a:off x="956016" y="2109409"/>
          <a:ext cx="2989707" cy="811878"/>
        </a:xfrm>
        <a:prstGeom prst="homePlate">
          <a:avLst/>
        </a:prstGeom>
        <a:gradFill rotWithShape="0">
          <a:gsLst>
            <a:gs pos="0">
              <a:schemeClr val="accent5">
                <a:hueOff val="-4505695"/>
                <a:satOff val="-11613"/>
                <a:lumOff val="-784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4505695"/>
                <a:satOff val="-11613"/>
                <a:lumOff val="-784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4505695"/>
                <a:satOff val="-11613"/>
                <a:lumOff val="-784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58016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getPath()</a:t>
          </a:r>
        </a:p>
      </dsp:txBody>
      <dsp:txXfrm rot="10800000">
        <a:off x="1158985" y="2109409"/>
        <a:ext cx="2786738" cy="811878"/>
      </dsp:txXfrm>
    </dsp:sp>
    <dsp:sp modelId="{29096E91-CBCF-4E4D-86B3-DF1D07079F24}">
      <dsp:nvSpPr>
        <dsp:cNvPr id="0" name=""/>
        <dsp:cNvSpPr/>
      </dsp:nvSpPr>
      <dsp:spPr>
        <a:xfrm>
          <a:off x="550076" y="2109409"/>
          <a:ext cx="811878" cy="811878"/>
        </a:xfrm>
        <a:prstGeom prst="ellipse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3000" b="-3000"/>
          </a:stretch>
        </a:blipFill>
        <a:ln>
          <a:noFill/>
        </a:ln>
        <a:effectLst/>
        <a:scene3d>
          <a:camera prst="orthographicFront"/>
          <a:lightRig rig="flat" dir="t"/>
        </a:scene3d>
        <a:sp3d z="127000" prstMaterial="plastic">
          <a:bevelT w="88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  <dsp:sp modelId="{6210ECFA-7E6D-4474-BE09-81E59AB83F7B}">
      <dsp:nvSpPr>
        <dsp:cNvPr id="0" name=""/>
        <dsp:cNvSpPr/>
      </dsp:nvSpPr>
      <dsp:spPr>
        <a:xfrm rot="10800000">
          <a:off x="956016" y="3163639"/>
          <a:ext cx="2989707" cy="811878"/>
        </a:xfrm>
        <a:prstGeom prst="homePlate">
          <a:avLst/>
        </a:prstGeom>
        <a:gradFill rotWithShape="0">
          <a:gsLst>
            <a:gs pos="0">
              <a:schemeClr val="accent5">
                <a:hueOff val="-6758543"/>
                <a:satOff val="-17419"/>
                <a:lumOff val="-1176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758543"/>
                <a:satOff val="-17419"/>
                <a:lumOff val="-1176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758543"/>
                <a:satOff val="-17419"/>
                <a:lumOff val="-1176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58016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length()</a:t>
          </a:r>
        </a:p>
      </dsp:txBody>
      <dsp:txXfrm rot="10800000">
        <a:off x="1158985" y="3163639"/>
        <a:ext cx="2786738" cy="811878"/>
      </dsp:txXfrm>
    </dsp:sp>
    <dsp:sp modelId="{473D4446-3125-475D-8594-BF6E65ABEC1C}">
      <dsp:nvSpPr>
        <dsp:cNvPr id="0" name=""/>
        <dsp:cNvSpPr/>
      </dsp:nvSpPr>
      <dsp:spPr>
        <a:xfrm>
          <a:off x="550076" y="3163639"/>
          <a:ext cx="811878" cy="811878"/>
        </a:xfrm>
        <a:prstGeom prst="ellipse">
          <a:avLst/>
        </a:prstGeom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1000" b="-1000"/>
          </a:stretch>
        </a:blipFill>
        <a:ln>
          <a:noFill/>
        </a:ln>
        <a:effectLst/>
        <a:scene3d>
          <a:camera prst="orthographicFront"/>
          <a:lightRig rig="flat" dir="t"/>
        </a:scene3d>
        <a:sp3d z="127000" prstMaterial="plastic">
          <a:bevelT w="88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AA7715B-44B6-49E2-98C6-1A31BD578EAA}">
      <dsp:nvSpPr>
        <dsp:cNvPr id="0" name=""/>
        <dsp:cNvSpPr/>
      </dsp:nvSpPr>
      <dsp:spPr>
        <a:xfrm>
          <a:off x="580184" y="0"/>
          <a:ext cx="6575428" cy="3632200"/>
        </a:xfrm>
        <a:prstGeom prst="rightArrow">
          <a:avLst/>
        </a:prstGeom>
        <a:gradFill rotWithShape="0">
          <a:gsLst>
            <a:gs pos="0">
              <a:schemeClr val="accent2">
                <a:tint val="4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tint val="4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tint val="4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/>
      </dsp:style>
    </dsp:sp>
    <dsp:sp modelId="{F441763E-D006-4D6F-9C60-60FDE79A9357}">
      <dsp:nvSpPr>
        <dsp:cNvPr id="0" name=""/>
        <dsp:cNvSpPr/>
      </dsp:nvSpPr>
      <dsp:spPr>
        <a:xfrm>
          <a:off x="3852" y="1089660"/>
          <a:ext cx="1822388" cy="145288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Create</a:t>
          </a:r>
        </a:p>
      </dsp:txBody>
      <dsp:txXfrm>
        <a:off x="74776" y="1160584"/>
        <a:ext cx="1680540" cy="1311032"/>
      </dsp:txXfrm>
    </dsp:sp>
    <dsp:sp modelId="{217BF80D-9739-43C1-9DC1-AEFE56D46BE4}">
      <dsp:nvSpPr>
        <dsp:cNvPr id="0" name=""/>
        <dsp:cNvSpPr/>
      </dsp:nvSpPr>
      <dsp:spPr>
        <a:xfrm>
          <a:off x="1972420" y="1089660"/>
          <a:ext cx="1822388" cy="1452880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Get File Info</a:t>
          </a:r>
        </a:p>
      </dsp:txBody>
      <dsp:txXfrm>
        <a:off x="2043344" y="1160584"/>
        <a:ext cx="1680540" cy="1311032"/>
      </dsp:txXfrm>
    </dsp:sp>
    <dsp:sp modelId="{7A61423D-E515-49AE-B2A2-EEBE05518AA2}">
      <dsp:nvSpPr>
        <dsp:cNvPr id="0" name=""/>
        <dsp:cNvSpPr/>
      </dsp:nvSpPr>
      <dsp:spPr>
        <a:xfrm>
          <a:off x="3940988" y="1089660"/>
          <a:ext cx="1822388" cy="1452880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Read</a:t>
          </a:r>
        </a:p>
      </dsp:txBody>
      <dsp:txXfrm>
        <a:off x="4011912" y="1160584"/>
        <a:ext cx="1680540" cy="1311032"/>
      </dsp:txXfrm>
    </dsp:sp>
    <dsp:sp modelId="{05D2253B-F273-4475-B992-3AB3BB9D12A8}">
      <dsp:nvSpPr>
        <dsp:cNvPr id="0" name=""/>
        <dsp:cNvSpPr/>
      </dsp:nvSpPr>
      <dsp:spPr>
        <a:xfrm>
          <a:off x="5909556" y="1089660"/>
          <a:ext cx="1822388" cy="145288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Write</a:t>
          </a:r>
        </a:p>
      </dsp:txBody>
      <dsp:txXfrm>
        <a:off x="5980480" y="1160584"/>
        <a:ext cx="1680540" cy="131103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arrow2">
  <dgm:title val=""/>
  <dgm:desc val=""/>
  <dgm:catLst>
    <dgm:cat type="process" pri="2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arrowDiagram">
    <dgm:varLst>
      <dgm:chMax val="5"/>
      <dgm:dir/>
      <dgm:resizeHandles val="exact"/>
    </dgm:varLst>
    <dgm:alg type="composite">
      <dgm:param type="ar" val="1.6"/>
    </dgm:alg>
    <dgm:shape xmlns:r="http://schemas.openxmlformats.org/officeDocument/2006/relationships" r:blip="">
      <dgm:adjLst/>
    </dgm:shape>
    <dgm:presOf/>
    <dgm:constrLst>
      <dgm:constr type="l" for="ch" forName="arrow"/>
      <dgm:constr type="t" for="ch" forName="arrow"/>
      <dgm:constr type="w" for="ch" forName="arrow" refType="w"/>
      <dgm:constr type="h" for="ch" forName="arrow" refType="h"/>
      <dgm:constr type="ctrX" for="ch" forName="arrowDiagram1" refType="w" fact="0.5"/>
      <dgm:constr type="ctrY" for="ch" forName="arrowDiagram1" refType="h" fact="0.5"/>
      <dgm:constr type="w" for="ch" forName="arrowDiagram1" refType="w"/>
      <dgm:constr type="h" for="ch" forName="arrowDiagram1" refType="h"/>
      <dgm:constr type="ctrX" for="ch" forName="arrowDiagram2" refType="w" fact="0.5"/>
      <dgm:constr type="ctrY" for="ch" forName="arrowDiagram2" refType="h" fact="0.5"/>
      <dgm:constr type="w" for="ch" forName="arrowDiagram2" refType="w"/>
      <dgm:constr type="h" for="ch" forName="arrowDiagram2" refType="h"/>
      <dgm:constr type="ctrX" for="ch" forName="arrowDiagram3" refType="w" fact="0.5"/>
      <dgm:constr type="ctrY" for="ch" forName="arrowDiagram3" refType="h" fact="0.5"/>
      <dgm:constr type="w" for="ch" forName="arrowDiagram3" refType="w"/>
      <dgm:constr type="h" for="ch" forName="arrowDiagram3" refType="h"/>
      <dgm:constr type="ctrX" for="ch" forName="arrowDiagram4" refType="w" fact="0.5"/>
      <dgm:constr type="ctrY" for="ch" forName="arrowDiagram4" refType="h" fact="0.5"/>
      <dgm:constr type="w" for="ch" forName="arrowDiagram4" refType="w"/>
      <dgm:constr type="h" for="ch" forName="arrowDiagram4" refType="h"/>
      <dgm:constr type="ctrX" for="ch" forName="arrowDiagram5" refType="w" fact="0.5"/>
      <dgm:constr type="ctrY" for="ch" forName="arrowDiagram5" refType="h" fact="0.5"/>
      <dgm:constr type="w" for="ch" forName="arrowDiagram5" refType="w"/>
      <dgm:constr type="h" for="ch" forName="arrowDiagram5" refType="h"/>
    </dgm:constrLst>
    <dgm:ruleLst/>
    <dgm:choose name="Name0">
      <dgm:if name="Name1" axis="ch" ptType="node" func="cnt" op="gte" val="1">
        <dgm:layoutNode name="arrow" styleLbl="bgShp">
          <dgm:alg type="sp"/>
          <dgm:shape xmlns:r="http://schemas.openxmlformats.org/officeDocument/2006/relationships" type="swooshArrow" r:blip="">
            <dgm:adjLst>
              <dgm:adj idx="2" val="0.25"/>
            </dgm:adjLst>
          </dgm:shape>
          <dgm:presOf/>
          <dgm:constrLst/>
          <dgm:ruleLst/>
        </dgm:layoutNode>
        <dgm:choose name="Name2">
          <dgm:if name="Name3" axis="ch" ptType="node" func="cnt" op="lt" val="1"/>
          <dgm:if name="Name4" axis="ch" ptType="node" func="cnt" op="equ" val="1">
            <dgm:layoutNode name="arrowDiagram1">
              <dgm:varLst>
                <dgm:bulletEnabled val="1"/>
              </dgm:varLst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ctrX" for="ch" forName="bullet1" refType="w" fact="0.8"/>
                <dgm:constr type="ctrY" for="ch" forName="bullet1" refType="h" fact="0.262"/>
                <dgm:constr type="w" for="ch" forName="bullet1" refType="w" fact="0.074"/>
                <dgm:constr type="h" for="ch" forName="bullet1" refType="w" refFor="ch" refForName="bullet1"/>
                <dgm:constr type="r" for="ch" forName="textBox1" refType="ctrX" refFor="ch" refForName="bullet1"/>
                <dgm:constr type="t" for="ch" forName="textBox1" refType="ctrY" refFor="ch" refForName="bullet1"/>
                <dgm:constr type="w" for="ch" forName="textBox1" refType="w" fact="0.4"/>
                <dgm:constr type="h" for="ch" forName="textBox1" refType="h" fact="0.738"/>
                <dgm:constr type="userA" refType="h" refFor="ch" refForName="bullet1" fact="0.53"/>
                <dgm:constr type="rMarg" for="ch" forName="textBox1" refType="userA" fact="2.834"/>
                <dgm:constr type="primFontSz" for="ch" ptType="node" op="equ" val="65"/>
              </dgm:constrLst>
              <dgm:ruleLst/>
              <dgm:forEach name="Name5" axis="ch" ptType="node" cnt="1">
                <dgm:layoutNode name="bullet1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1" styleLbl="revTx">
                  <dgm:varLst>
                    <dgm:bulletEnabled val="1"/>
                  </dgm:varLst>
                  <dgm:alg type="tx">
                    <dgm:param type="txAnchorVert" val="t"/>
                    <dgm:param type="parTxLTRAlign" val="r"/>
                    <dgm:param type="parTxRTLAlign" val="r"/>
                  </dgm:alg>
                  <dgm:shape xmlns:r="http://schemas.openxmlformats.org/officeDocument/2006/relationships" type="round2DiagRect" r:blip="">
                    <dgm:adjLst/>
                  </dgm:shape>
                  <dgm:presOf axis="desOrSelf" ptType="node"/>
                  <dgm:constrLst>
                    <dgm:constr type="lMarg"/>
                    <dgm:constr type="tMarg"/>
                    <dgm:constr type="bMarg"/>
                  </dgm:constrLst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6" axis="ch" ptType="node" func="cnt" op="equ" val="2">
            <dgm:layoutNode name="arrowDiagram2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7">
                <dgm:if name="Name8" func="var" arg="dir" op="equ" val="norm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l" for="ch" forName="textBox2a" refType="ctrX" refFor="ch" refForName="bullet2a"/>
                    <dgm:constr type="t" for="ch" forName="textBox2a" refType="ctrY" refFor="ch" refForName="bullet2a"/>
                    <dgm:constr type="w" for="ch" forName="textBox2a" refType="w" fact="0.325"/>
                    <dgm:constr type="h" for="ch" forName="textBox2a" refType="h" fact="0.427"/>
                    <dgm:constr type="userA" refType="h" refFor="ch" refForName="bullet2a" fact="0.53"/>
                    <dgm:constr type="l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l" for="ch" forName="textBox2b" refType="ctrX" refFor="ch" refForName="bullet2b"/>
                    <dgm:constr type="t" for="ch" forName="textBox2b" refType="ctrY" refFor="ch" refForName="bullet2b"/>
                    <dgm:constr type="w" for="ch" forName="textBox2b" refType="w" fact="0.325"/>
                    <dgm:constr type="h" for="ch" forName="textBox2b" refType="h" fact="0.662"/>
                    <dgm:constr type="userB" refType="h" refFor="ch" refForName="bullet2b" fact="0.53"/>
                    <dgm:constr type="lMarg" for="ch" forName="textBox2b" refType="userB" fact="2.834"/>
                    <dgm:constr type="primFontSz" for="ch" ptType="node" op="equ" val="65"/>
                  </dgm:constrLst>
                </dgm:if>
                <dgm:else name="Name9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r" for="ch" forName="textBox2a" refType="ctrX" refFor="ch" refForName="bullet2a"/>
                    <dgm:constr type="b" for="ch" forName="textBox2a" refType="ctrY" refFor="ch" refForName="bullet2a"/>
                    <dgm:constr type="w" for="ch" forName="textBox2a" refType="w" fact="0.25"/>
                    <dgm:constr type="h" for="ch" forName="textBox2a" refType="h" fact="0.573"/>
                    <dgm:constr type="userA" refType="h" refFor="ch" refForName="bullet2a" fact="0.53"/>
                    <dgm:constr type="r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r" for="ch" forName="textBox2b" refType="ctrX" refFor="ch" refForName="bullet2b"/>
                    <dgm:constr type="b" for="ch" forName="textBox2b" refType="ctrY" refFor="ch" refForName="bullet2b"/>
                    <dgm:constr type="w" for="ch" forName="textBox2b" refType="w" fact="0.28"/>
                    <dgm:constr type="h" for="ch" forName="textBox2b" refType="h" fact="0.338"/>
                    <dgm:constr type="userB" refType="h" refFor="ch" refForName="bullet2b" fact="0.53"/>
                    <dgm:constr type="rMarg" for="ch" forName="textBox2b" refType="userB" fact="2.834"/>
                    <dgm:constr type="primFontSz" for="ch" ptType="node" op="equ" val="65"/>
                  </dgm:constrLst>
                </dgm:else>
              </dgm:choose>
              <dgm:ruleLst/>
              <dgm:forEach name="Name10" axis="ch" ptType="node" cnt="1">
                <dgm:layoutNode name="bullet2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a" styleLbl="revTx">
                  <dgm:varLst>
                    <dgm:bulletEnabled val="1"/>
                  </dgm:varLst>
                  <dgm:choose name="Name11">
                    <dgm:if name="Name12" func="var" arg="dir" op="equ" val="norm">
                      <dgm:choose name="Name13">
                        <dgm:if name="Name1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6">
                      <dgm:choose name="Name17">
                        <dgm:if name="Name1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">
                    <dgm:if name="Name2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23" axis="ch" ptType="node" st="2" cnt="1">
                <dgm:layoutNode name="bullet2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b" styleLbl="revTx">
                  <dgm:varLst>
                    <dgm:bulletEnabled val="1"/>
                  </dgm:varLst>
                  <dgm:choose name="Name24">
                    <dgm:if name="Name25" func="var" arg="dir" op="equ" val="norm">
                      <dgm:choose name="Name26">
                        <dgm:if name="Name2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2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29">
                      <dgm:choose name="Name30">
                        <dgm:if name="Name3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3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33">
                    <dgm:if name="Name3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3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36" axis="ch" ptType="node" func="cnt" op="equ" val="3">
            <dgm:layoutNode name="arrowDiagram3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37">
                <dgm:if name="Name38" func="var" arg="dir" op="equ" val="norm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l" for="ch" forName="textBox3a" refType="ctrX" refFor="ch" refForName="bullet3a"/>
                    <dgm:constr type="t" for="ch" forName="textBox3a" refType="ctrY" refFor="ch" refForName="bullet3a"/>
                    <dgm:constr type="w" for="ch" forName="textBox3a" refType="w" fact="0.233"/>
                    <dgm:constr type="h" for="ch" forName="textBox3a" refType="h" fact="0.289"/>
                    <dgm:constr type="userA" refType="h" refFor="ch" refForName="bullet3a" fact="0.53"/>
                    <dgm:constr type="l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l" for="ch" forName="textBox3b" refType="ctrX" refFor="ch" refForName="bullet3b"/>
                    <dgm:constr type="t" for="ch" forName="textBox3b" refType="ctrY" refFor="ch" refForName="bullet3b"/>
                    <dgm:constr type="w" for="ch" forName="textBox3b" refType="w" fact="0.24"/>
                    <dgm:constr type="h" for="ch" forName="textBox3b" refType="h" fact="0.544"/>
                    <dgm:constr type="userB" refType="h" refFor="ch" refForName="bullet3b" fact="0.53"/>
                    <dgm:constr type="l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l" for="ch" forName="textBox3c" refType="ctrX" refFor="ch" refForName="bullet3c"/>
                    <dgm:constr type="t" for="ch" forName="textBox3c" refType="ctrY" refFor="ch" refForName="bullet3c"/>
                    <dgm:constr type="w" for="ch" forName="textBox3c" refType="w" fact="0.24"/>
                    <dgm:constr type="h" for="ch" forName="textBox3c" refType="h" fact="0.695"/>
                    <dgm:constr type="userC" refType="h" refFor="ch" refForName="bullet3c" fact="0.53"/>
                    <dgm:constr type="lMarg" for="ch" forName="textBox3c" refType="userC" fact="2.834"/>
                    <dgm:constr type="primFontSz" for="ch" ptType="node" op="equ" val="65"/>
                  </dgm:constrLst>
                </dgm:if>
                <dgm:else name="Name39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r" for="ch" forName="textBox3a" refType="ctrX" refFor="ch" refForName="bullet3a"/>
                    <dgm:constr type="b" for="ch" forName="textBox3a" refType="ctrY" refFor="ch" refForName="bullet3a"/>
                    <dgm:constr type="w" for="ch" forName="textBox3a" refType="w" fact="0.14"/>
                    <dgm:constr type="h" for="ch" forName="textBox3a" refType="h" fact="0.711"/>
                    <dgm:constr type="userA" refType="h" refFor="ch" refForName="bullet3a" fact="0.53"/>
                    <dgm:constr type="r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r" for="ch" forName="textBox3b" refType="ctrX" refFor="ch" refForName="bullet3b"/>
                    <dgm:constr type="b" for="ch" forName="textBox3b" refType="ctrY" refFor="ch" refForName="bullet3b"/>
                    <dgm:constr type="w" for="ch" forName="textBox3b" refType="w" fact="0.24"/>
                    <dgm:constr type="h" for="ch" forName="textBox3b" refType="h" fact="0.456"/>
                    <dgm:constr type="userB" refType="h" refFor="ch" refForName="bullet3b" fact="0.53"/>
                    <dgm:constr type="r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r" for="ch" forName="textBox3c" refType="ctrX" refFor="ch" refForName="bullet3c"/>
                    <dgm:constr type="b" for="ch" forName="textBox3c" refType="ctrY" refFor="ch" refForName="bullet3c"/>
                    <dgm:constr type="w" for="ch" forName="textBox3c" refType="w" fact="0.24"/>
                    <dgm:constr type="h" for="ch" forName="textBox3c" refType="h" fact="0.305"/>
                    <dgm:constr type="userC" refType="h" refFor="ch" refForName="bullet3c" fact="0.53"/>
                    <dgm:constr type="rMarg" for="ch" forName="textBox3c" refType="userC" fact="2.834"/>
                    <dgm:constr type="primFontSz" for="ch" ptType="node" op="equ" val="65"/>
                  </dgm:constrLst>
                </dgm:else>
              </dgm:choose>
              <dgm:ruleLst/>
              <dgm:forEach name="Name40" axis="ch" ptType="node" cnt="1">
                <dgm:layoutNode name="bullet3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a" styleLbl="revTx">
                  <dgm:varLst>
                    <dgm:bulletEnabled val="1"/>
                  </dgm:varLst>
                  <dgm:choose name="Name41">
                    <dgm:if name="Name42" func="var" arg="dir" op="equ" val="norm">
                      <dgm:choose name="Name43">
                        <dgm:if name="Name4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4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46">
                      <dgm:choose name="Name47">
                        <dgm:if name="Name4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4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50">
                    <dgm:if name="Name5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5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53" axis="ch" ptType="node" st="2" cnt="1">
                <dgm:layoutNode name="bullet3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b" styleLbl="revTx">
                  <dgm:varLst>
                    <dgm:bulletEnabled val="1"/>
                  </dgm:varLst>
                  <dgm:choose name="Name54">
                    <dgm:if name="Name55" func="var" arg="dir" op="equ" val="norm">
                      <dgm:choose name="Name56">
                        <dgm:if name="Name5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5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59">
                      <dgm:choose name="Name60">
                        <dgm:if name="Name6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6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63">
                    <dgm:if name="Name6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6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66" axis="ch" ptType="node" st="3" cnt="1">
                <dgm:layoutNode name="bullet3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c" styleLbl="revTx">
                  <dgm:varLst>
                    <dgm:bulletEnabled val="1"/>
                  </dgm:varLst>
                  <dgm:choose name="Name67">
                    <dgm:if name="Name68" func="var" arg="dir" op="equ" val="norm">
                      <dgm:choose name="Name69">
                        <dgm:if name="Name7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7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72">
                      <dgm:choose name="Name73">
                        <dgm:if name="Name7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7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76">
                    <dgm:if name="Name7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7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79" axis="ch" ptType="node" func="cnt" op="equ" val="4">
            <dgm:layoutNode name="arrowDiagram4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80">
                <dgm:if name="Name81" func="var" arg="dir" op="equ" val="norm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l" for="ch" forName="textBox4a" refType="ctrX" refFor="ch" refForName="bullet4a"/>
                    <dgm:constr type="t" for="ch" forName="textBox4a" refType="ctrY" refFor="ch" refForName="bullet4a"/>
                    <dgm:constr type="w" for="ch" forName="textBox4a" refType="w" fact="0.171"/>
                    <dgm:constr type="h" for="ch" forName="textBox4a" refType="h" fact="0.238"/>
                    <dgm:constr type="userA" refType="h" refFor="ch" refForName="bullet4a" fact="0.53"/>
                    <dgm:constr type="l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l" for="ch" forName="textBox4b" refType="ctrX" refFor="ch" refForName="bullet4b"/>
                    <dgm:constr type="t" for="ch" forName="textBox4b" refType="ctrY" refFor="ch" refForName="bullet4b"/>
                    <dgm:constr type="w" for="ch" forName="textBox4b" refType="w" fact="0.21"/>
                    <dgm:constr type="h" for="ch" forName="textBox4b" refType="h" fact="0.457"/>
                    <dgm:constr type="userB" refType="h" refFor="ch" refForName="bullet4b" fact="0.53"/>
                    <dgm:constr type="l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l" for="ch" forName="textBox4c" refType="ctrX" refFor="ch" refForName="bullet4c"/>
                    <dgm:constr type="t" for="ch" forName="textBox4c" refType="ctrY" refFor="ch" refForName="bullet4c"/>
                    <dgm:constr type="w" for="ch" forName="textBox4c" refType="w" fact="0.21"/>
                    <dgm:constr type="h" for="ch" forName="textBox4c" refType="h" fact="0.618"/>
                    <dgm:constr type="userC" refType="h" refFor="ch" refForName="bullet4c" fact="0.53"/>
                    <dgm:constr type="l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l" for="ch" forName="textBox4d" refType="ctrX" refFor="ch" refForName="bullet4d"/>
                    <dgm:constr type="t" for="ch" forName="textBox4d" refType="ctrY" refFor="ch" refForName="bullet4d"/>
                    <dgm:constr type="w" for="ch" forName="textBox4d" refType="w" fact="0.21"/>
                    <dgm:constr type="h" for="ch" forName="textBox4d" refType="h" fact="0.717"/>
                    <dgm:constr type="userD" refType="h" refFor="ch" refForName="bullet4d" fact="0.53"/>
                    <dgm:constr type="lMarg" for="ch" forName="textBox4d" refType="userD" fact="2.834"/>
                    <dgm:constr type="primFontSz" for="ch" ptType="node" op="equ" val="65"/>
                  </dgm:constrLst>
                </dgm:if>
                <dgm:else name="Name82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r" for="ch" forName="textBox4a" refType="ctrX" refFor="ch" refForName="bullet4a"/>
                    <dgm:constr type="b" for="ch" forName="textBox4a" refType="ctrY" refFor="ch" refForName="bullet4a"/>
                    <dgm:constr type="w" for="ch" forName="textBox4a" refType="w" fact="0.11"/>
                    <dgm:constr type="h" for="ch" forName="textBox4a" refType="h" fact="0.762"/>
                    <dgm:constr type="userA" refType="h" refFor="ch" refForName="bullet4a" fact="0.53"/>
                    <dgm:constr type="r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r" for="ch" forName="textBox4b" refType="ctrX" refFor="ch" refForName="bullet4b"/>
                    <dgm:constr type="b" for="ch" forName="textBox4b" refType="ctrY" refFor="ch" refForName="bullet4b"/>
                    <dgm:constr type="w" for="ch" forName="textBox4b" refType="w" fact="0.171"/>
                    <dgm:constr type="h" for="ch" forName="textBox4b" refType="h" fact="0.543"/>
                    <dgm:constr type="userB" refType="h" refFor="ch" refForName="bullet4b" fact="0.53"/>
                    <dgm:constr type="r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r" for="ch" forName="textBox4c" refType="ctrX" refFor="ch" refForName="bullet4c"/>
                    <dgm:constr type="b" for="ch" forName="textBox4c" refType="ctrY" refFor="ch" refForName="bullet4c"/>
                    <dgm:constr type="w" for="ch" forName="textBox4c" refType="w" fact="0.21"/>
                    <dgm:constr type="h" for="ch" forName="textBox4c" refType="h" fact="0.382"/>
                    <dgm:constr type="userC" refType="h" refFor="ch" refForName="bullet4c" fact="0.53"/>
                    <dgm:constr type="r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r" for="ch" forName="textBox4d" refType="ctrX" refFor="ch" refForName="bullet4d"/>
                    <dgm:constr type="b" for="ch" forName="textBox4d" refType="ctrY" refFor="ch" refForName="bullet4d"/>
                    <dgm:constr type="w" for="ch" forName="textBox4d" refType="w" fact="0.21"/>
                    <dgm:constr type="h" for="ch" forName="textBox4d" refType="h" fact="0.283"/>
                    <dgm:constr type="userD" refType="h" refFor="ch" refForName="bullet4d" fact="0.53"/>
                    <dgm:constr type="rMarg" for="ch" forName="textBox4d" refType="userD" fact="2.834"/>
                    <dgm:constr type="primFontSz" for="ch" ptType="node" op="equ" val="65"/>
                  </dgm:constrLst>
                </dgm:else>
              </dgm:choose>
              <dgm:ruleLst/>
              <dgm:forEach name="Name83" axis="ch" ptType="node" cnt="1">
                <dgm:layoutNode name="bullet4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a" styleLbl="revTx">
                  <dgm:varLst>
                    <dgm:bulletEnabled val="1"/>
                  </dgm:varLst>
                  <dgm:choose name="Name84">
                    <dgm:if name="Name85" func="var" arg="dir" op="equ" val="norm">
                      <dgm:choose name="Name86">
                        <dgm:if name="Name8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8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89">
                      <dgm:choose name="Name90">
                        <dgm:if name="Name9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9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93">
                    <dgm:if name="Name9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9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96" axis="ch" ptType="node" st="2" cnt="1">
                <dgm:layoutNode name="bullet4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b" styleLbl="revTx">
                  <dgm:varLst>
                    <dgm:bulletEnabled val="1"/>
                  </dgm:varLst>
                  <dgm:choose name="Name97">
                    <dgm:if name="Name98" func="var" arg="dir" op="equ" val="norm">
                      <dgm:choose name="Name99">
                        <dgm:if name="Name10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0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0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06">
                    <dgm:if name="Name10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0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09" axis="ch" ptType="node" st="3" cnt="1">
                <dgm:layoutNode name="bullet4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c" styleLbl="revTx">
                  <dgm:varLst>
                    <dgm:bulletEnabled val="1"/>
                  </dgm:varLst>
                  <dgm:choose name="Name110">
                    <dgm:if name="Name111" func="var" arg="dir" op="equ" val="norm">
                      <dgm:choose name="Name112">
                        <dgm:if name="Name11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1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15">
                      <dgm:choose name="Name116">
                        <dgm:if name="Name11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1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19">
                    <dgm:if name="Name12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2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22" axis="ch" ptType="node" st="4" cnt="1">
                <dgm:layoutNode name="bullet4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d" styleLbl="revTx">
                  <dgm:varLst>
                    <dgm:bulletEnabled val="1"/>
                  </dgm:varLst>
                  <dgm:choose name="Name123">
                    <dgm:if name="Name124" func="var" arg="dir" op="equ" val="norm">
                      <dgm:choose name="Name125">
                        <dgm:if name="Name12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2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28">
                      <dgm:choose name="Name129">
                        <dgm:if name="Name13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3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32">
                    <dgm:if name="Name13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3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else name="Name135">
            <dgm:layoutNode name="arrowDiagram5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136">
                <dgm:if name="Name137" func="var" arg="dir" op="equ" val="norm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l" for="ch" forName="textBox5a" refType="ctrX" refFor="ch" refForName="bullet5a"/>
                    <dgm:constr type="t" for="ch" forName="textBox5a" refType="ctrY" refFor="ch" refForName="bullet5a"/>
                    <dgm:constr type="w" for="ch" forName="textBox5a" refType="w" fact="0.131"/>
                    <dgm:constr type="h" for="ch" forName="textBox5a" refType="h" fact="0.238"/>
                    <dgm:constr type="userA" refType="h" refFor="ch" refForName="bullet5a" fact="0.53"/>
                    <dgm:constr type="l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l" for="ch" forName="textBox5b" refType="ctrX" refFor="ch" refForName="bullet5b"/>
                    <dgm:constr type="t" for="ch" forName="textBox5b" refType="ctrY" refFor="ch" refForName="bullet5b"/>
                    <dgm:constr type="w" for="ch" forName="textBox5b" refType="w" fact="0.166"/>
                    <dgm:constr type="h" for="ch" forName="textBox5b" refType="h" fact="0.419"/>
                    <dgm:constr type="userB" refType="h" refFor="ch" refForName="bullet5b" fact="0.53"/>
                    <dgm:constr type="l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l" for="ch" forName="textBox5c" refType="ctrX" refFor="ch" refForName="bullet5c"/>
                    <dgm:constr type="t" for="ch" forName="textBox5c" refType="ctrY" refFor="ch" refForName="bullet5c"/>
                    <dgm:constr type="w" for="ch" forName="textBox5c" refType="w" fact="0.193"/>
                    <dgm:constr type="h" for="ch" forName="textBox5c" refType="h" fact="0.562"/>
                    <dgm:constr type="userC" refType="h" refFor="ch" refForName="bullet5c" fact="0.53"/>
                    <dgm:constr type="l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l" for="ch" forName="textBox5d" refType="ctrX" refFor="ch" refForName="bullet5d"/>
                    <dgm:constr type="t" for="ch" forName="textBox5d" refType="ctrY" refFor="ch" refForName="bullet5d"/>
                    <dgm:constr type="w" for="ch" forName="textBox5d" refType="w" fact="0.2"/>
                    <dgm:constr type="h" for="ch" forName="textBox5d" refType="h" fact="0.67"/>
                    <dgm:constr type="userD" refType="h" refFor="ch" refForName="bullet5d" fact="0.53"/>
                    <dgm:constr type="l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l" for="ch" forName="textBox5e" refType="ctrX" refFor="ch" refForName="bullet5e"/>
                    <dgm:constr type="t" for="ch" forName="textBox5e" refType="ctrY" refFor="ch" refForName="bullet5e"/>
                    <dgm:constr type="w" for="ch" forName="textBox5e" refType="w" fact="0.2"/>
                    <dgm:constr type="h" for="ch" forName="textBox5e" refType="h" fact="0.736"/>
                    <dgm:constr type="userE" refType="h" refFor="ch" refForName="bullet5e" fact="0.53"/>
                    <dgm:constr type="lMarg" for="ch" forName="textBox5e" refType="userE" fact="2.834"/>
                    <dgm:constr type="primFontSz" for="ch" ptType="node" op="equ" val="65"/>
                  </dgm:constrLst>
                </dgm:if>
                <dgm:else name="Name138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r" for="ch" forName="textBox5a" refType="ctrX" refFor="ch" refForName="bullet5a"/>
                    <dgm:constr type="b" for="ch" forName="textBox5a" refType="ctrY" refFor="ch" refForName="bullet5a"/>
                    <dgm:constr type="w" for="ch" forName="textBox5a" refType="w" fact="0.11"/>
                    <dgm:constr type="h" for="ch" forName="textBox5a" refType="h" fact="0.762"/>
                    <dgm:constr type="userA" refType="h" refFor="ch" refForName="bullet5a" fact="0.53"/>
                    <dgm:constr type="r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r" for="ch" forName="textBox5b" refType="ctrX" refFor="ch" refForName="bullet5b"/>
                    <dgm:constr type="b" for="ch" forName="textBox5b" refType="ctrY" refFor="ch" refForName="bullet5b"/>
                    <dgm:constr type="w" for="ch" forName="textBox5b" refType="w" fact="0.131"/>
                    <dgm:constr type="h" for="ch" forName="textBox5b" refType="h" fact="0.581"/>
                    <dgm:constr type="userB" refType="h" refFor="ch" refForName="bullet5b" fact="0.53"/>
                    <dgm:constr type="r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r" for="ch" forName="textBox5c" refType="ctrX" refFor="ch" refForName="bullet5c"/>
                    <dgm:constr type="b" for="ch" forName="textBox5c" refType="ctrY" refFor="ch" refForName="bullet5c"/>
                    <dgm:constr type="w" for="ch" forName="textBox5c" refType="w" fact="0.166"/>
                    <dgm:constr type="h" for="ch" forName="textBox5c" refType="h" fact="0.438"/>
                    <dgm:constr type="userC" refType="h" refFor="ch" refForName="bullet5c" fact="0.53"/>
                    <dgm:constr type="r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r" for="ch" forName="textBox5d" refType="ctrX" refFor="ch" refForName="bullet5d"/>
                    <dgm:constr type="b" for="ch" forName="textBox5d" refType="ctrY" refFor="ch" refForName="bullet5d"/>
                    <dgm:constr type="w" for="ch" forName="textBox5d" refType="w" fact="0.193"/>
                    <dgm:constr type="h" for="ch" forName="textBox5d" refType="h" fact="0.33"/>
                    <dgm:constr type="userD" refType="h" refFor="ch" refForName="bullet5d" fact="0.53"/>
                    <dgm:constr type="r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r" for="ch" forName="textBox5e" refType="ctrX" refFor="ch" refForName="bullet5e"/>
                    <dgm:constr type="b" for="ch" forName="textBox5e" refType="ctrY" refFor="ch" refForName="bullet5e"/>
                    <dgm:constr type="w" for="ch" forName="textBox5e" refType="w" fact="0.2"/>
                    <dgm:constr type="h" for="ch" forName="textBox5e" refType="h" fact="0.264"/>
                    <dgm:constr type="userE" refType="h" refFor="ch" refForName="bullet5e" fact="0.53"/>
                    <dgm:constr type="rMarg" for="ch" forName="textBox5e" refType="userE" fact="2.834"/>
                    <dgm:constr type="primFontSz" for="ch" ptType="node" op="equ" val="65"/>
                  </dgm:constrLst>
                </dgm:else>
              </dgm:choose>
              <dgm:ruleLst/>
              <dgm:forEach name="Name139" axis="ch" ptType="node" cnt="1">
                <dgm:layoutNode name="bullet5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a" styleLbl="revTx">
                  <dgm:varLst>
                    <dgm:bulletEnabled val="1"/>
                  </dgm:varLst>
                  <dgm:choose name="Name140">
                    <dgm:if name="Name141" func="var" arg="dir" op="equ" val="norm">
                      <dgm:choose name="Name142">
                        <dgm:if name="Name14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4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45">
                      <dgm:choose name="Name146">
                        <dgm:if name="Name14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4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49">
                    <dgm:if name="Name15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5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52" axis="ch" ptType="node" st="2" cnt="1">
                <dgm:layoutNode name="bullet5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b" styleLbl="revTx">
                  <dgm:varLst>
                    <dgm:bulletEnabled val="1"/>
                  </dgm:varLst>
                  <dgm:choose name="Name153">
                    <dgm:if name="Name154" func="var" arg="dir" op="equ" val="norm">
                      <dgm:choose name="Name155">
                        <dgm:if name="Name15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58">
                      <dgm:choose name="Name159">
                        <dgm:if name="Name16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6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62">
                    <dgm:if name="Name16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6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65" axis="ch" ptType="node" st="3" cnt="1">
                <dgm:layoutNode name="bullet5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c" styleLbl="revTx">
                  <dgm:varLst>
                    <dgm:bulletEnabled val="1"/>
                  </dgm:varLst>
                  <dgm:choose name="Name166">
                    <dgm:if name="Name167" func="var" arg="dir" op="equ" val="norm">
                      <dgm:choose name="Name168">
                        <dgm:if name="Name169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70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71">
                      <dgm:choose name="Name172">
                        <dgm:if name="Name173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74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75">
                    <dgm:if name="Name176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77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78" axis="ch" ptType="node" st="4" cnt="1">
                <dgm:layoutNode name="bullet5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d" styleLbl="revTx">
                  <dgm:varLst>
                    <dgm:bulletEnabled val="1"/>
                  </dgm:varLst>
                  <dgm:choose name="Name179">
                    <dgm:if name="Name180" func="var" arg="dir" op="equ" val="norm">
                      <dgm:choose name="Name181">
                        <dgm:if name="Name182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83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84">
                      <dgm:choose name="Name185">
                        <dgm:if name="Name186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87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88">
                    <dgm:if name="Name189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90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91" axis="ch" ptType="node" st="5" cnt="1">
                <dgm:layoutNode name="bullet5e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e" styleLbl="revTx">
                  <dgm:varLst>
                    <dgm:bulletEnabled val="1"/>
                  </dgm:varLst>
                  <dgm:choose name="Name192">
                    <dgm:if name="Name193" func="var" arg="dir" op="equ" val="norm">
                      <dgm:choose name="Name194">
                        <dgm:if name="Name195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96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97">
                      <dgm:choose name="Name198">
                        <dgm:if name="Name199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200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1">
                    <dgm:if name="Name202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03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else>
        </dgm:choose>
      </dgm:if>
      <dgm:else name="Name204"/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8585A9E-9002-48A9-83EB-00A9D014A5A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E426BCE-BBF5-4AF3-93C1-81668EACD74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CADB25BD-9A2B-4F7B-881C-738F43F62521}" type="datetimeFigureOut">
              <a:rPr lang="en-US"/>
              <a:pPr>
                <a:defRPr/>
              </a:pPr>
              <a:t>10/6/2025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8F02A1-1B15-4E1C-A91F-106B18EE51B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US"/>
              <a:t>Dept of CSE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D44E33-6E99-4150-8556-7B15450607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3DF6B65D-FA75-4EE7-8882-0C5FC26FAA7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80435191"/>
      </p:ext>
    </p:extLst>
  </p:cSld>
  <p:clrMap bg1="lt1" tx1="dk1" bg2="lt2" tx2="dk2" accent1="accent1" accent2="accent2" accent3="accent3" accent4="accent4" accent5="accent5" accent6="accent6" hlink="hlink" folHlink="folHlink"/>
  <p:hf hd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3ACA833-66C5-40EE-ACE5-81C1AB81B83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8A98D2-FFB9-4023-B3F8-21FEDBFDA97A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7276DB34-90D5-4CC8-B052-DDCBC950DF22}" type="datetimeFigureOut">
              <a:rPr lang="en-IN"/>
              <a:pPr>
                <a:defRPr/>
              </a:pPr>
              <a:t>06-10-2025</a:t>
            </a:fld>
            <a:endParaRPr lang="en-IN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24E49C2F-42F0-4A0D-A40C-F00D532E4C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IN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0EAB5987-C77A-430A-9156-8541151B85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IN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F3EF1B-354B-472D-B08C-45C53B24C4E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r>
              <a:rPr lang="en-IN"/>
              <a:t>Dept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CAA92F-647D-48DF-B08E-E2DD3CD738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B58FBEA6-6F20-48E7-8A09-A947F8CE6BF0}" type="slidenum">
              <a:rPr lang="en-IN" altLang="en-US"/>
              <a:pPr/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185169233"/>
      </p:ext>
    </p:extLst>
  </p:cSld>
  <p:clrMap bg1="lt1" tx1="dk1" bg2="lt2" tx2="dk2" accent1="accent1" accent2="accent2" accent3="accent3" accent4="accent4" accent5="accent5" accent6="accent6" hlink="hlink" folHlink="folHlink"/>
  <p:hf hdr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>
            <a:extLst>
              <a:ext uri="{FF2B5EF4-FFF2-40B4-BE49-F238E27FC236}">
                <a16:creationId xmlns:a16="http://schemas.microsoft.com/office/drawing/2014/main" id="{5435E961-E8B5-409A-8865-3C78DFD6857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Notes Placeholder 2">
            <a:extLst>
              <a:ext uri="{FF2B5EF4-FFF2-40B4-BE49-F238E27FC236}">
                <a16:creationId xmlns:a16="http://schemas.microsoft.com/office/drawing/2014/main" id="{66A5906A-2ECA-4E62-A29A-B7EA1631ACA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369FDE-343F-4DF3-8B61-430417C2C9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7E5FD501-D759-4887-9FC1-58FEBD23282C}" type="slidenum">
              <a:rPr lang="en-IN" altLang="en-US">
                <a:latin typeface="Calibri" panose="020F0502020204030204" pitchFamily="34" charset="0"/>
              </a:rPr>
              <a:pPr eaLnBrk="1" hangingPunct="1"/>
              <a:t>1</a:t>
            </a:fld>
            <a:endParaRPr lang="en-IN" altLang="en-US">
              <a:latin typeface="Calibri" panose="020F0502020204030204" pitchFamily="34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12EFBF-27FE-4BDD-BF05-D4589892C68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Dept of CSE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963DD03-7650-46A3-9CE4-0313FB2DCF97}"/>
              </a:ext>
            </a:extLst>
          </p:cNvPr>
          <p:cNvSpPr>
            <a:spLocks noGrp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fld id="{408A964F-CA00-4A0B-A512-00B9ADAC3569}" type="datetimeFigureOut">
              <a:rPr lang="en-IN" smtClean="0"/>
              <a:pPr>
                <a:defRPr/>
              </a:pPr>
              <a:t>06-10-2025</a:t>
            </a:fld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DAE42B-8255-4161-AD4B-312A0CAACB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7EC386-1D95-434F-898D-A40028A099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D7DCE0-CD7A-4575-A3FA-15DC167AC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366DCC-0BA9-4EEA-A327-E2FC8FD8F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7FE76F-3CCC-4C72-8424-BECF197AB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0755BA-7FFD-4EF4-9478-F134CEA1A575}" type="slidenum">
              <a:rPr lang="en-US" altLang="en-US" smtClean="0"/>
              <a:pPr/>
              <a:t>‹#›</a:t>
            </a:fld>
            <a:endParaRPr lang="en-US" altLang="en-US"/>
          </a:p>
        </p:txBody>
      </p:sp>
      <p:pic>
        <p:nvPicPr>
          <p:cNvPr id="7" name="Picture 7">
            <a:extLst>
              <a:ext uri="{FF2B5EF4-FFF2-40B4-BE49-F238E27FC236}">
                <a16:creationId xmlns:a16="http://schemas.microsoft.com/office/drawing/2014/main" id="{5472F976-0D6E-42CA-BBC7-67A725478F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5499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3">
            <a:extLst>
              <a:ext uri="{FF2B5EF4-FFF2-40B4-BE49-F238E27FC236}">
                <a16:creationId xmlns:a16="http://schemas.microsoft.com/office/drawing/2014/main" id="{9B2A4F6C-4EB1-4FDB-A5EF-3600D8D539B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4100" y="0"/>
            <a:ext cx="55499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7">
            <a:extLst>
              <a:ext uri="{FF2B5EF4-FFF2-40B4-BE49-F238E27FC236}">
                <a16:creationId xmlns:a16="http://schemas.microsoft.com/office/drawing/2014/main" id="{11288790-E34D-466A-9942-D8F36F1BB1A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33400"/>
            <a:ext cx="55499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15">
            <a:extLst>
              <a:ext uri="{FF2B5EF4-FFF2-40B4-BE49-F238E27FC236}">
                <a16:creationId xmlns:a16="http://schemas.microsoft.com/office/drawing/2014/main" id="{2E86BA45-6D4F-4627-9A09-2FA9CF9B879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4100" y="533400"/>
            <a:ext cx="55499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15">
            <a:extLst>
              <a:ext uri="{FF2B5EF4-FFF2-40B4-BE49-F238E27FC236}">
                <a16:creationId xmlns:a16="http://schemas.microsoft.com/office/drawing/2014/main" id="{2F9A8986-FBD3-4DC1-B733-DD98A6B34B2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66800"/>
            <a:ext cx="55499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17">
            <a:extLst>
              <a:ext uri="{FF2B5EF4-FFF2-40B4-BE49-F238E27FC236}">
                <a16:creationId xmlns:a16="http://schemas.microsoft.com/office/drawing/2014/main" id="{0109121C-7680-4388-A1C0-C5ED828BB7B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4100" y="1066800"/>
            <a:ext cx="55499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7">
            <a:extLst>
              <a:ext uri="{FF2B5EF4-FFF2-40B4-BE49-F238E27FC236}">
                <a16:creationId xmlns:a16="http://schemas.microsoft.com/office/drawing/2014/main" id="{CA352A84-ABFE-41C5-9B82-4CF48FF33C3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00200"/>
            <a:ext cx="55499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19">
            <a:extLst>
              <a:ext uri="{FF2B5EF4-FFF2-40B4-BE49-F238E27FC236}">
                <a16:creationId xmlns:a16="http://schemas.microsoft.com/office/drawing/2014/main" id="{BC8288E9-198F-4B9C-A026-93E0120EFED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4100" y="1600200"/>
            <a:ext cx="55499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7">
            <a:extLst>
              <a:ext uri="{FF2B5EF4-FFF2-40B4-BE49-F238E27FC236}">
                <a16:creationId xmlns:a16="http://schemas.microsoft.com/office/drawing/2014/main" id="{E9F67121-B961-4B3C-B2BE-65D30342A74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133600"/>
            <a:ext cx="55499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Picture 21">
            <a:extLst>
              <a:ext uri="{FF2B5EF4-FFF2-40B4-BE49-F238E27FC236}">
                <a16:creationId xmlns:a16="http://schemas.microsoft.com/office/drawing/2014/main" id="{C7FB3D3C-2AE5-41C3-AED9-379FA4DCD8F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4100" y="2133600"/>
            <a:ext cx="55499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Picture 7">
            <a:extLst>
              <a:ext uri="{FF2B5EF4-FFF2-40B4-BE49-F238E27FC236}">
                <a16:creationId xmlns:a16="http://schemas.microsoft.com/office/drawing/2014/main" id="{91E23174-DDE1-4D53-B173-E4385FA1F7C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667000"/>
            <a:ext cx="55499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Picture 23">
            <a:extLst>
              <a:ext uri="{FF2B5EF4-FFF2-40B4-BE49-F238E27FC236}">
                <a16:creationId xmlns:a16="http://schemas.microsoft.com/office/drawing/2014/main" id="{0CBB2457-FBAC-426B-8785-5B55AF66BBB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4100" y="2667000"/>
            <a:ext cx="55499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Picture 7">
            <a:extLst>
              <a:ext uri="{FF2B5EF4-FFF2-40B4-BE49-F238E27FC236}">
                <a16:creationId xmlns:a16="http://schemas.microsoft.com/office/drawing/2014/main" id="{EC2835F6-4274-46CD-9780-A6247672FC4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200400"/>
            <a:ext cx="55499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Picture 25">
            <a:extLst>
              <a:ext uri="{FF2B5EF4-FFF2-40B4-BE49-F238E27FC236}">
                <a16:creationId xmlns:a16="http://schemas.microsoft.com/office/drawing/2014/main" id="{8720991E-E057-4240-AC1D-1BFB259FC1F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4100" y="3200400"/>
            <a:ext cx="55499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" name="Picture 7">
            <a:extLst>
              <a:ext uri="{FF2B5EF4-FFF2-40B4-BE49-F238E27FC236}">
                <a16:creationId xmlns:a16="http://schemas.microsoft.com/office/drawing/2014/main" id="{693C8281-95B9-4317-8023-506DE367DD3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733800"/>
            <a:ext cx="55499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" name="Picture 27">
            <a:extLst>
              <a:ext uri="{FF2B5EF4-FFF2-40B4-BE49-F238E27FC236}">
                <a16:creationId xmlns:a16="http://schemas.microsoft.com/office/drawing/2014/main" id="{370DE15F-6EB7-4EA5-883F-D1601582897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4100" y="3733800"/>
            <a:ext cx="55499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" name="Picture 7">
            <a:extLst>
              <a:ext uri="{FF2B5EF4-FFF2-40B4-BE49-F238E27FC236}">
                <a16:creationId xmlns:a16="http://schemas.microsoft.com/office/drawing/2014/main" id="{C62A0267-3438-4ABB-B1AF-2FDA68A7E30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24600"/>
            <a:ext cx="55499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" name="Picture 29">
            <a:extLst>
              <a:ext uri="{FF2B5EF4-FFF2-40B4-BE49-F238E27FC236}">
                <a16:creationId xmlns:a16="http://schemas.microsoft.com/office/drawing/2014/main" id="{0C511DB6-67AF-4466-B68B-327D033E061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4100" y="6324600"/>
            <a:ext cx="55499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" name="Picture 7">
            <a:extLst>
              <a:ext uri="{FF2B5EF4-FFF2-40B4-BE49-F238E27FC236}">
                <a16:creationId xmlns:a16="http://schemas.microsoft.com/office/drawing/2014/main" id="{B207131F-F5CF-4EF8-BCCA-BFC024AA2A0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791200"/>
            <a:ext cx="55499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" name="Picture 31">
            <a:extLst>
              <a:ext uri="{FF2B5EF4-FFF2-40B4-BE49-F238E27FC236}">
                <a16:creationId xmlns:a16="http://schemas.microsoft.com/office/drawing/2014/main" id="{E3913C7D-1DED-42B0-90B4-07BBA603148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4100" y="5791200"/>
            <a:ext cx="55499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" name="Picture 7">
            <a:extLst>
              <a:ext uri="{FF2B5EF4-FFF2-40B4-BE49-F238E27FC236}">
                <a16:creationId xmlns:a16="http://schemas.microsoft.com/office/drawing/2014/main" id="{98BF3F46-9632-424B-A5E6-A0D92FEC33A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486400"/>
            <a:ext cx="55499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" name="Picture 33">
            <a:extLst>
              <a:ext uri="{FF2B5EF4-FFF2-40B4-BE49-F238E27FC236}">
                <a16:creationId xmlns:a16="http://schemas.microsoft.com/office/drawing/2014/main" id="{DA027681-251B-428B-864E-43664CF8FDF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4100" y="5486400"/>
            <a:ext cx="55499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535880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C61B4-B8B1-49A9-822E-12BD0ABCA9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799325-EA29-4FAB-BBA4-B0A7E9FCA8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202800-DD8F-4FB1-9703-4CAA6B794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2F838-F3EA-485E-A8A9-28C22C3F735B}" type="datetimeFigureOut">
              <a:rPr lang="en-IN" smtClean="0"/>
              <a:t>06-10-2025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ACCFE8-3997-4BF7-A639-E45F6FAC6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667AAD-56E7-43A2-A349-6A0973801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8D32C-6D3D-46CE-B183-90DFFEB5C6B8}" type="slidenum">
              <a:rPr lang="en-US" altLang="en-US" smtClean="0"/>
              <a:pPr/>
              <a:t>‹#›</a:t>
            </a:fld>
            <a:endParaRPr lang="en-US" alt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A1E1848-8462-4F86-A37C-0AFFA0AED122}"/>
              </a:ext>
            </a:extLst>
          </p:cNvPr>
          <p:cNvCxnSpPr/>
          <p:nvPr userDrawn="1"/>
        </p:nvCxnSpPr>
        <p:spPr>
          <a:xfrm>
            <a:off x="381000" y="1419225"/>
            <a:ext cx="8382000" cy="1588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71689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9B733-1564-4046-88C7-29D30812E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F29341-4E1D-4D6D-A96F-2A91B5D8B4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1CB98A-C007-4246-8818-3552D7FA5A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0DE0F8-7888-44E6-AC5A-DD55ECB49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F7EAAC-93F4-4B30-9021-C90DA6A1E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039A8-909B-4A86-96A5-44E82670DAC2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85870658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FBC4D-7EFB-42A3-9987-6964781D3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015DB4-ED31-4597-9C3C-31652DA002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D3E504-5306-4CC8-A67D-DBFE73DB2A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035FC6-C76D-4CCA-80EA-18BFE8B84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F81306-4E44-4370-B13A-C7C2A62B9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E1AFC8-7B37-4F32-8B6F-E5FB2899E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039A8-909B-4A86-96A5-44E82670DAC2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41416749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444EEA-C53B-4621-BD26-8EF7C770A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8FCC63-C186-43BF-87F8-7731605C8B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3F33B5-B16C-4DEA-A6ED-5A05FA1A3C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D0F68D2-D945-4020-B575-2EF524284C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01BC06-4B67-43D6-B120-3BB33F23CE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3848023-2309-4F7E-87C7-C81E7B82C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F46BB4-5A04-4804-88A5-E8B296C7F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Dept of CSE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8EA583-AB35-45F8-8501-747A8CE68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039A8-909B-4A86-96A5-44E82670DAC2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37270070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A6F02-39C1-4C0A-B9BE-B777EB8E3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5850F7-C153-4B1F-8775-E5D4019DFA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89B0FB-4AA9-4B48-8A95-FB9CCD583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Dept of CSE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A4C7F5-836E-4F67-BE5F-DD67076EA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039A8-909B-4A86-96A5-44E82670DAC2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82568895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3558B7C-8936-4A47-860C-B3135BFA03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119B8A-D14D-41B7-86D7-2A436042B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Dept of CSE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FDE430-527D-4547-A0E0-400DBAB9B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039A8-909B-4A86-96A5-44E82670DAC2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48091516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502A9-FAE4-4E4A-89CF-D103E6C06A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B665CF-120D-4F82-BAD6-5DFA71776C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2F8927-3670-41FD-BE37-835268CE7E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76C548-D7D5-4C83-B6C3-485542DBDF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1D4BBF-D823-4CC3-BE84-D1D1E055F4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1E8FD9-7C0D-4D63-87C0-B0EEB8731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039A8-909B-4A86-96A5-44E82670DAC2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25549299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99A68-8B17-4CC4-98A7-5961047DF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6FB2AA-98A6-48D4-8751-AE56893F0F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3BF64D-DC41-4E91-B764-9899C0C144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E14072-1E69-48A7-A9A1-549F8EB47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8DAAB8-37F8-406F-A012-C145FB6EF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3D1F66-02C7-49E1-915B-45395B985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039A8-909B-4A86-96A5-44E82670DAC2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41876191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D7FC3-2540-4A28-BB36-CCCECA971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B838D2-9074-4643-BCB6-91CC515A1B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33A5D8-175F-4ECB-855F-589E33F68B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44E50-7942-41E9-9891-C9EC70A27B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E57E12-59EF-485A-A396-2BBDA14B2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039A8-909B-4A86-96A5-44E82670DAC2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74780392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1F09516-2180-443B-9718-4F39453D1F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BA5721-77B1-475D-B87B-3A27C7971E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AF360A-A61D-4FEF-8B74-61AC481BA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16F8E0-4BBD-4B6C-BBE2-46D05AA43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762A05-AB28-4BB0-8AC4-FC2086AB7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039A8-909B-4A86-96A5-44E82670DAC2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64485876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98B0999-ADDE-468B-9436-35788EAD6A02}"/>
              </a:ext>
            </a:extLst>
          </p:cNvPr>
          <p:cNvSpPr/>
          <p:nvPr userDrawn="1"/>
        </p:nvSpPr>
        <p:spPr>
          <a:xfrm>
            <a:off x="0" y="279400"/>
            <a:ext cx="8961120" cy="1097280"/>
          </a:xfrm>
          <a:prstGeom prst="rect">
            <a:avLst/>
          </a:prstGeom>
          <a:solidFill>
            <a:srgbClr val="007AC9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endParaRPr lang="en-US" sz="3200" b="0" dirty="0">
              <a:solidFill>
                <a:schemeClr val="bg1"/>
              </a:solidFill>
              <a:latin typeface="Aetna Inc.  Logo" pitchFamily="2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D33D933-D327-423D-AAFA-E8B81D570F89}"/>
              </a:ext>
            </a:extLst>
          </p:cNvPr>
          <p:cNvSpPr/>
          <p:nvPr userDrawn="1"/>
        </p:nvSpPr>
        <p:spPr>
          <a:xfrm>
            <a:off x="0" y="340360"/>
            <a:ext cx="8778240" cy="975360"/>
          </a:xfrm>
          <a:prstGeom prst="rect">
            <a:avLst/>
          </a:prstGeom>
          <a:solidFill>
            <a:srgbClr val="007AC9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endParaRPr lang="en-US" sz="3200" b="0" dirty="0">
              <a:solidFill>
                <a:schemeClr val="bg1"/>
              </a:solidFill>
              <a:latin typeface="Aetna Inc.  Logo" pitchFamily="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768BD5F-34F0-4655-9F41-6584F8DF4956}"/>
              </a:ext>
            </a:extLst>
          </p:cNvPr>
          <p:cNvSpPr/>
          <p:nvPr userDrawn="1"/>
        </p:nvSpPr>
        <p:spPr>
          <a:xfrm>
            <a:off x="0" y="401320"/>
            <a:ext cx="8595360" cy="853440"/>
          </a:xfrm>
          <a:prstGeom prst="rect">
            <a:avLst/>
          </a:prstGeom>
          <a:solidFill>
            <a:srgbClr val="007AC9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endParaRPr lang="en-US" sz="3200" b="0" dirty="0">
              <a:solidFill>
                <a:schemeClr val="bg1"/>
              </a:solidFill>
              <a:latin typeface="Aetna Inc.  Logo" pitchFamily="2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56C396F-F956-4E8A-B4C4-B0778926F486}"/>
              </a:ext>
            </a:extLst>
          </p:cNvPr>
          <p:cNvSpPr/>
          <p:nvPr userDrawn="1"/>
        </p:nvSpPr>
        <p:spPr>
          <a:xfrm>
            <a:off x="1487556" y="462280"/>
            <a:ext cx="6924924" cy="731520"/>
          </a:xfrm>
          <a:prstGeom prst="rect">
            <a:avLst/>
          </a:prstGeom>
          <a:solidFill>
            <a:srgbClr val="007AC9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lvl="0"/>
            <a:endParaRPr lang="en-US" sz="3200" b="0" dirty="0">
              <a:solidFill>
                <a:schemeClr val="bg1"/>
              </a:solidFill>
              <a:latin typeface="Aetna Inc.  Logo" pitchFamily="2" charset="0"/>
            </a:endParaRPr>
          </a:p>
        </p:txBody>
      </p:sp>
      <p:sp>
        <p:nvSpPr>
          <p:cNvPr id="9" name="Slide Number Placeholder 10">
            <a:extLst>
              <a:ext uri="{FF2B5EF4-FFF2-40B4-BE49-F238E27FC236}">
                <a16:creationId xmlns:a16="http://schemas.microsoft.com/office/drawing/2014/main" id="{A26AE8B5-8731-44EE-A61F-815D6BCCE53C}"/>
              </a:ext>
            </a:extLst>
          </p:cNvPr>
          <p:cNvSpPr txBox="1">
            <a:spLocks/>
          </p:cNvSpPr>
          <p:nvPr userDrawn="1"/>
        </p:nvSpPr>
        <p:spPr>
          <a:xfrm>
            <a:off x="8153400" y="6375401"/>
            <a:ext cx="970722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i="1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D770FA4-B97D-4CA2-AA60-51DB37DE4996}" type="slidenum">
              <a:rPr lang="en-US" sz="2400" b="1" i="1" kern="1200" smtClean="0">
                <a:ln w="3175">
                  <a:solidFill>
                    <a:srgbClr val="007AC9"/>
                  </a:solidFill>
                </a:ln>
                <a:solidFill>
                  <a:schemeClr val="bg1"/>
                </a:solidFill>
                <a:effectLst/>
                <a:latin typeface="Arial Narrow" pitchFamily="34" charset="0"/>
                <a:ea typeface="+mn-ea"/>
                <a:cs typeface="+mn-cs"/>
              </a:rPr>
              <a:pPr/>
              <a:t>‹#›</a:t>
            </a:fld>
            <a:endParaRPr lang="en-US" sz="3600" b="1" i="1" kern="1200" dirty="0">
              <a:ln w="3175">
                <a:solidFill>
                  <a:srgbClr val="007AC9"/>
                </a:solidFill>
              </a:ln>
              <a:solidFill>
                <a:schemeClr val="bg1"/>
              </a:solidFill>
              <a:effectLst/>
              <a:latin typeface="Arial Narrow" pitchFamily="34" charset="0"/>
              <a:ea typeface="+mn-ea"/>
              <a:cs typeface="+mn-cs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7F16F13-B733-4A94-93CE-DC7D248B6095}"/>
              </a:ext>
            </a:extLst>
          </p:cNvPr>
          <p:cNvCxnSpPr/>
          <p:nvPr userDrawn="1"/>
        </p:nvCxnSpPr>
        <p:spPr>
          <a:xfrm>
            <a:off x="1487556" y="519729"/>
            <a:ext cx="0" cy="654940"/>
          </a:xfrm>
          <a:prstGeom prst="line">
            <a:avLst/>
          </a:prstGeom>
          <a:ln w="3175">
            <a:gradFill flip="none" rotWithShape="1">
              <a:gsLst>
                <a:gs pos="0">
                  <a:srgbClr val="0070C0"/>
                </a:gs>
                <a:gs pos="75000">
                  <a:schemeClr val="tx2">
                    <a:lumMod val="20000"/>
                    <a:lumOff val="80000"/>
                  </a:schemeClr>
                </a:gs>
                <a:gs pos="25000">
                  <a:schemeClr val="tx2">
                    <a:lumMod val="20000"/>
                    <a:lumOff val="80000"/>
                  </a:schemeClr>
                </a:gs>
                <a:gs pos="100000">
                  <a:srgbClr val="0070C0"/>
                </a:gs>
              </a:gsLst>
              <a:lin ang="162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36246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98B0999-ADDE-468B-9436-35788EAD6A02}"/>
              </a:ext>
            </a:extLst>
          </p:cNvPr>
          <p:cNvSpPr/>
          <p:nvPr userDrawn="1"/>
        </p:nvSpPr>
        <p:spPr>
          <a:xfrm>
            <a:off x="0" y="279400"/>
            <a:ext cx="8961120" cy="1097280"/>
          </a:xfrm>
          <a:prstGeom prst="rect">
            <a:avLst/>
          </a:prstGeom>
          <a:solidFill>
            <a:srgbClr val="007AC9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endParaRPr lang="en-US" sz="3200" b="0" dirty="0">
              <a:solidFill>
                <a:schemeClr val="bg1"/>
              </a:solidFill>
              <a:latin typeface="Aetna Inc.  Logo" pitchFamily="2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D33D933-D327-423D-AAFA-E8B81D570F89}"/>
              </a:ext>
            </a:extLst>
          </p:cNvPr>
          <p:cNvSpPr/>
          <p:nvPr userDrawn="1"/>
        </p:nvSpPr>
        <p:spPr>
          <a:xfrm>
            <a:off x="0" y="340360"/>
            <a:ext cx="8778240" cy="975360"/>
          </a:xfrm>
          <a:prstGeom prst="rect">
            <a:avLst/>
          </a:prstGeom>
          <a:solidFill>
            <a:srgbClr val="007AC9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endParaRPr lang="en-US" sz="3200" b="0" dirty="0">
              <a:solidFill>
                <a:schemeClr val="bg1"/>
              </a:solidFill>
              <a:latin typeface="Aetna Inc.  Logo" pitchFamily="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768BD5F-34F0-4655-9F41-6584F8DF4956}"/>
              </a:ext>
            </a:extLst>
          </p:cNvPr>
          <p:cNvSpPr/>
          <p:nvPr userDrawn="1"/>
        </p:nvSpPr>
        <p:spPr>
          <a:xfrm>
            <a:off x="0" y="401320"/>
            <a:ext cx="8595360" cy="853440"/>
          </a:xfrm>
          <a:prstGeom prst="rect">
            <a:avLst/>
          </a:prstGeom>
          <a:solidFill>
            <a:srgbClr val="007AC9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endParaRPr lang="en-US" sz="3200" b="0" dirty="0">
              <a:solidFill>
                <a:schemeClr val="bg1"/>
              </a:solidFill>
              <a:latin typeface="Aetna Inc.  Logo" pitchFamily="2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56C396F-F956-4E8A-B4C4-B0778926F486}"/>
              </a:ext>
            </a:extLst>
          </p:cNvPr>
          <p:cNvSpPr/>
          <p:nvPr userDrawn="1"/>
        </p:nvSpPr>
        <p:spPr>
          <a:xfrm>
            <a:off x="1487556" y="462280"/>
            <a:ext cx="6924924" cy="731520"/>
          </a:xfrm>
          <a:prstGeom prst="rect">
            <a:avLst/>
          </a:prstGeom>
          <a:solidFill>
            <a:srgbClr val="007AC9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lvl="0"/>
            <a:endParaRPr lang="en-US" sz="3200" b="0" dirty="0">
              <a:solidFill>
                <a:schemeClr val="bg1"/>
              </a:solidFill>
              <a:latin typeface="Aetna Inc.  Logo" pitchFamily="2" charset="0"/>
            </a:endParaRPr>
          </a:p>
        </p:txBody>
      </p:sp>
      <p:sp>
        <p:nvSpPr>
          <p:cNvPr id="9" name="Slide Number Placeholder 10">
            <a:extLst>
              <a:ext uri="{FF2B5EF4-FFF2-40B4-BE49-F238E27FC236}">
                <a16:creationId xmlns:a16="http://schemas.microsoft.com/office/drawing/2014/main" id="{A26AE8B5-8731-44EE-A61F-815D6BCCE53C}"/>
              </a:ext>
            </a:extLst>
          </p:cNvPr>
          <p:cNvSpPr txBox="1">
            <a:spLocks/>
          </p:cNvSpPr>
          <p:nvPr userDrawn="1"/>
        </p:nvSpPr>
        <p:spPr>
          <a:xfrm>
            <a:off x="8153400" y="6375401"/>
            <a:ext cx="970722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i="1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D770FA4-B97D-4CA2-AA60-51DB37DE4996}" type="slidenum">
              <a:rPr lang="en-US" sz="2400" b="1" i="1" kern="1200" smtClean="0">
                <a:ln w="3175">
                  <a:solidFill>
                    <a:srgbClr val="007AC9"/>
                  </a:solidFill>
                </a:ln>
                <a:solidFill>
                  <a:schemeClr val="bg1"/>
                </a:solidFill>
                <a:effectLst/>
                <a:latin typeface="Arial Narrow" pitchFamily="34" charset="0"/>
                <a:ea typeface="+mn-ea"/>
                <a:cs typeface="+mn-cs"/>
              </a:rPr>
              <a:pPr/>
              <a:t>‹#›</a:t>
            </a:fld>
            <a:endParaRPr lang="en-US" sz="3600" b="1" i="1" kern="1200" dirty="0">
              <a:ln w="3175">
                <a:solidFill>
                  <a:srgbClr val="007AC9"/>
                </a:solidFill>
              </a:ln>
              <a:solidFill>
                <a:schemeClr val="bg1"/>
              </a:solidFill>
              <a:effectLst/>
              <a:latin typeface="Arial Narrow" pitchFamily="34" charset="0"/>
              <a:ea typeface="+mn-ea"/>
              <a:cs typeface="+mn-cs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7F16F13-B733-4A94-93CE-DC7D248B6095}"/>
              </a:ext>
            </a:extLst>
          </p:cNvPr>
          <p:cNvCxnSpPr/>
          <p:nvPr userDrawn="1"/>
        </p:nvCxnSpPr>
        <p:spPr>
          <a:xfrm>
            <a:off x="1487556" y="519729"/>
            <a:ext cx="0" cy="654940"/>
          </a:xfrm>
          <a:prstGeom prst="line">
            <a:avLst/>
          </a:prstGeom>
          <a:ln w="3175">
            <a:gradFill flip="none" rotWithShape="1">
              <a:gsLst>
                <a:gs pos="0">
                  <a:srgbClr val="0070C0"/>
                </a:gs>
                <a:gs pos="75000">
                  <a:schemeClr val="tx2">
                    <a:lumMod val="20000"/>
                    <a:lumOff val="80000"/>
                  </a:schemeClr>
                </a:gs>
                <a:gs pos="25000">
                  <a:schemeClr val="tx2">
                    <a:lumMod val="20000"/>
                    <a:lumOff val="80000"/>
                  </a:schemeClr>
                </a:gs>
                <a:gs pos="100000">
                  <a:srgbClr val="0070C0"/>
                </a:gs>
              </a:gsLst>
              <a:lin ang="162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03696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98B0999-ADDE-468B-9436-35788EAD6A02}"/>
              </a:ext>
            </a:extLst>
          </p:cNvPr>
          <p:cNvSpPr/>
          <p:nvPr userDrawn="1"/>
        </p:nvSpPr>
        <p:spPr>
          <a:xfrm>
            <a:off x="0" y="279400"/>
            <a:ext cx="8961120" cy="1097280"/>
          </a:xfrm>
          <a:prstGeom prst="rect">
            <a:avLst/>
          </a:prstGeom>
          <a:solidFill>
            <a:srgbClr val="007AC9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endParaRPr lang="en-US" sz="3200" b="0" dirty="0">
              <a:solidFill>
                <a:schemeClr val="bg1"/>
              </a:solidFill>
              <a:latin typeface="Aetna Inc.  Logo" pitchFamily="2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D33D933-D327-423D-AAFA-E8B81D570F89}"/>
              </a:ext>
            </a:extLst>
          </p:cNvPr>
          <p:cNvSpPr/>
          <p:nvPr userDrawn="1"/>
        </p:nvSpPr>
        <p:spPr>
          <a:xfrm>
            <a:off x="0" y="340360"/>
            <a:ext cx="8778240" cy="975360"/>
          </a:xfrm>
          <a:prstGeom prst="rect">
            <a:avLst/>
          </a:prstGeom>
          <a:solidFill>
            <a:srgbClr val="007AC9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endParaRPr lang="en-US" sz="3200" b="0" dirty="0">
              <a:solidFill>
                <a:schemeClr val="bg1"/>
              </a:solidFill>
              <a:latin typeface="Aetna Inc.  Logo" pitchFamily="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768BD5F-34F0-4655-9F41-6584F8DF4956}"/>
              </a:ext>
            </a:extLst>
          </p:cNvPr>
          <p:cNvSpPr/>
          <p:nvPr userDrawn="1"/>
        </p:nvSpPr>
        <p:spPr>
          <a:xfrm>
            <a:off x="0" y="401320"/>
            <a:ext cx="8595360" cy="853440"/>
          </a:xfrm>
          <a:prstGeom prst="rect">
            <a:avLst/>
          </a:prstGeom>
          <a:solidFill>
            <a:srgbClr val="007AC9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endParaRPr lang="en-US" sz="3200" b="0" dirty="0">
              <a:solidFill>
                <a:schemeClr val="bg1"/>
              </a:solidFill>
              <a:latin typeface="Aetna Inc.  Logo" pitchFamily="2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56C396F-F956-4E8A-B4C4-B0778926F486}"/>
              </a:ext>
            </a:extLst>
          </p:cNvPr>
          <p:cNvSpPr/>
          <p:nvPr userDrawn="1"/>
        </p:nvSpPr>
        <p:spPr>
          <a:xfrm>
            <a:off x="1487556" y="462280"/>
            <a:ext cx="6924924" cy="731520"/>
          </a:xfrm>
          <a:prstGeom prst="rect">
            <a:avLst/>
          </a:prstGeom>
          <a:solidFill>
            <a:srgbClr val="007AC9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lvl="0"/>
            <a:endParaRPr lang="en-US" sz="3200" b="0" dirty="0">
              <a:solidFill>
                <a:schemeClr val="bg1"/>
              </a:solidFill>
              <a:latin typeface="Aetna Inc.  Logo" pitchFamily="2" charset="0"/>
            </a:endParaRPr>
          </a:p>
        </p:txBody>
      </p:sp>
      <p:sp>
        <p:nvSpPr>
          <p:cNvPr id="9" name="Slide Number Placeholder 10">
            <a:extLst>
              <a:ext uri="{FF2B5EF4-FFF2-40B4-BE49-F238E27FC236}">
                <a16:creationId xmlns:a16="http://schemas.microsoft.com/office/drawing/2014/main" id="{A26AE8B5-8731-44EE-A61F-815D6BCCE53C}"/>
              </a:ext>
            </a:extLst>
          </p:cNvPr>
          <p:cNvSpPr txBox="1">
            <a:spLocks/>
          </p:cNvSpPr>
          <p:nvPr userDrawn="1"/>
        </p:nvSpPr>
        <p:spPr>
          <a:xfrm>
            <a:off x="8153400" y="6375401"/>
            <a:ext cx="970722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i="1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D770FA4-B97D-4CA2-AA60-51DB37DE4996}" type="slidenum">
              <a:rPr lang="en-US" sz="2400" b="1" i="1" kern="1200" smtClean="0">
                <a:ln w="3175">
                  <a:solidFill>
                    <a:srgbClr val="007AC9"/>
                  </a:solidFill>
                </a:ln>
                <a:solidFill>
                  <a:schemeClr val="bg1"/>
                </a:solidFill>
                <a:effectLst/>
                <a:latin typeface="Arial Narrow" pitchFamily="34" charset="0"/>
                <a:ea typeface="+mn-ea"/>
                <a:cs typeface="+mn-cs"/>
              </a:rPr>
              <a:pPr/>
              <a:t>‹#›</a:t>
            </a:fld>
            <a:endParaRPr lang="en-US" sz="3600" b="1" i="1" kern="1200" dirty="0">
              <a:ln w="3175">
                <a:solidFill>
                  <a:srgbClr val="007AC9"/>
                </a:solidFill>
              </a:ln>
              <a:solidFill>
                <a:schemeClr val="bg1"/>
              </a:solidFill>
              <a:effectLst/>
              <a:latin typeface="Arial Narrow" pitchFamily="34" charset="0"/>
              <a:ea typeface="+mn-ea"/>
              <a:cs typeface="+mn-cs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7F16F13-B733-4A94-93CE-DC7D248B6095}"/>
              </a:ext>
            </a:extLst>
          </p:cNvPr>
          <p:cNvCxnSpPr/>
          <p:nvPr userDrawn="1"/>
        </p:nvCxnSpPr>
        <p:spPr>
          <a:xfrm>
            <a:off x="1487556" y="519729"/>
            <a:ext cx="0" cy="654940"/>
          </a:xfrm>
          <a:prstGeom prst="line">
            <a:avLst/>
          </a:prstGeom>
          <a:ln w="3175">
            <a:gradFill flip="none" rotWithShape="1">
              <a:gsLst>
                <a:gs pos="0">
                  <a:srgbClr val="0070C0"/>
                </a:gs>
                <a:gs pos="75000">
                  <a:schemeClr val="tx2">
                    <a:lumMod val="20000"/>
                    <a:lumOff val="80000"/>
                  </a:schemeClr>
                </a:gs>
                <a:gs pos="25000">
                  <a:schemeClr val="tx2">
                    <a:lumMod val="20000"/>
                    <a:lumOff val="80000"/>
                  </a:schemeClr>
                </a:gs>
                <a:gs pos="100000">
                  <a:srgbClr val="0070C0"/>
                </a:gs>
              </a:gsLst>
              <a:lin ang="162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93699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98B0999-ADDE-468B-9436-35788EAD6A02}"/>
              </a:ext>
            </a:extLst>
          </p:cNvPr>
          <p:cNvSpPr/>
          <p:nvPr userDrawn="1"/>
        </p:nvSpPr>
        <p:spPr>
          <a:xfrm>
            <a:off x="0" y="279400"/>
            <a:ext cx="8961120" cy="1097280"/>
          </a:xfrm>
          <a:prstGeom prst="rect">
            <a:avLst/>
          </a:prstGeom>
          <a:solidFill>
            <a:srgbClr val="007AC9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endParaRPr lang="en-US" sz="3200" b="0" dirty="0">
              <a:solidFill>
                <a:schemeClr val="bg1"/>
              </a:solidFill>
              <a:latin typeface="Aetna Inc.  Logo" pitchFamily="2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D33D933-D327-423D-AAFA-E8B81D570F89}"/>
              </a:ext>
            </a:extLst>
          </p:cNvPr>
          <p:cNvSpPr/>
          <p:nvPr userDrawn="1"/>
        </p:nvSpPr>
        <p:spPr>
          <a:xfrm>
            <a:off x="0" y="340360"/>
            <a:ext cx="8778240" cy="975360"/>
          </a:xfrm>
          <a:prstGeom prst="rect">
            <a:avLst/>
          </a:prstGeom>
          <a:solidFill>
            <a:srgbClr val="007AC9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endParaRPr lang="en-US" sz="3200" b="0" dirty="0">
              <a:solidFill>
                <a:schemeClr val="bg1"/>
              </a:solidFill>
              <a:latin typeface="Aetna Inc.  Logo" pitchFamily="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768BD5F-34F0-4655-9F41-6584F8DF4956}"/>
              </a:ext>
            </a:extLst>
          </p:cNvPr>
          <p:cNvSpPr/>
          <p:nvPr userDrawn="1"/>
        </p:nvSpPr>
        <p:spPr>
          <a:xfrm>
            <a:off x="0" y="401320"/>
            <a:ext cx="8595360" cy="853440"/>
          </a:xfrm>
          <a:prstGeom prst="rect">
            <a:avLst/>
          </a:prstGeom>
          <a:solidFill>
            <a:srgbClr val="007AC9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endParaRPr lang="en-US" sz="3200" b="0" dirty="0">
              <a:solidFill>
                <a:schemeClr val="bg1"/>
              </a:solidFill>
              <a:latin typeface="Aetna Inc.  Logo" pitchFamily="2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56C396F-F956-4E8A-B4C4-B0778926F486}"/>
              </a:ext>
            </a:extLst>
          </p:cNvPr>
          <p:cNvSpPr/>
          <p:nvPr userDrawn="1"/>
        </p:nvSpPr>
        <p:spPr>
          <a:xfrm>
            <a:off x="1487556" y="462280"/>
            <a:ext cx="6924924" cy="731520"/>
          </a:xfrm>
          <a:prstGeom prst="rect">
            <a:avLst/>
          </a:prstGeom>
          <a:solidFill>
            <a:srgbClr val="007AC9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lvl="0"/>
            <a:endParaRPr lang="en-US" sz="3200" b="0" dirty="0">
              <a:solidFill>
                <a:schemeClr val="bg1"/>
              </a:solidFill>
              <a:latin typeface="Aetna Inc.  Logo" pitchFamily="2" charset="0"/>
            </a:endParaRPr>
          </a:p>
        </p:txBody>
      </p:sp>
      <p:sp>
        <p:nvSpPr>
          <p:cNvPr id="9" name="Slide Number Placeholder 10">
            <a:extLst>
              <a:ext uri="{FF2B5EF4-FFF2-40B4-BE49-F238E27FC236}">
                <a16:creationId xmlns:a16="http://schemas.microsoft.com/office/drawing/2014/main" id="{A26AE8B5-8731-44EE-A61F-815D6BCCE53C}"/>
              </a:ext>
            </a:extLst>
          </p:cNvPr>
          <p:cNvSpPr txBox="1">
            <a:spLocks/>
          </p:cNvSpPr>
          <p:nvPr userDrawn="1"/>
        </p:nvSpPr>
        <p:spPr>
          <a:xfrm>
            <a:off x="8153400" y="6375401"/>
            <a:ext cx="970722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i="1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D770FA4-B97D-4CA2-AA60-51DB37DE4996}" type="slidenum">
              <a:rPr lang="en-US" sz="2400" b="1" i="1" kern="1200" smtClean="0">
                <a:ln w="3175">
                  <a:solidFill>
                    <a:srgbClr val="007AC9"/>
                  </a:solidFill>
                </a:ln>
                <a:solidFill>
                  <a:schemeClr val="bg1"/>
                </a:solidFill>
                <a:effectLst/>
                <a:latin typeface="Arial Narrow" pitchFamily="34" charset="0"/>
                <a:ea typeface="+mn-ea"/>
                <a:cs typeface="+mn-cs"/>
              </a:rPr>
              <a:pPr/>
              <a:t>‹#›</a:t>
            </a:fld>
            <a:endParaRPr lang="en-US" sz="3600" b="1" i="1" kern="1200" dirty="0">
              <a:ln w="3175">
                <a:solidFill>
                  <a:srgbClr val="007AC9"/>
                </a:solidFill>
              </a:ln>
              <a:solidFill>
                <a:schemeClr val="bg1"/>
              </a:solidFill>
              <a:effectLst/>
              <a:latin typeface="Arial Narrow" pitchFamily="34" charset="0"/>
              <a:ea typeface="+mn-ea"/>
              <a:cs typeface="+mn-cs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7F16F13-B733-4A94-93CE-DC7D248B6095}"/>
              </a:ext>
            </a:extLst>
          </p:cNvPr>
          <p:cNvCxnSpPr/>
          <p:nvPr userDrawn="1"/>
        </p:nvCxnSpPr>
        <p:spPr>
          <a:xfrm>
            <a:off x="1487556" y="519729"/>
            <a:ext cx="0" cy="654940"/>
          </a:xfrm>
          <a:prstGeom prst="line">
            <a:avLst/>
          </a:prstGeom>
          <a:ln w="3175">
            <a:gradFill flip="none" rotWithShape="1">
              <a:gsLst>
                <a:gs pos="0">
                  <a:srgbClr val="0070C0"/>
                </a:gs>
                <a:gs pos="75000">
                  <a:schemeClr val="tx2">
                    <a:lumMod val="20000"/>
                    <a:lumOff val="80000"/>
                  </a:schemeClr>
                </a:gs>
                <a:gs pos="25000">
                  <a:schemeClr val="tx2">
                    <a:lumMod val="20000"/>
                    <a:lumOff val="80000"/>
                  </a:schemeClr>
                </a:gs>
                <a:gs pos="100000">
                  <a:srgbClr val="0070C0"/>
                </a:gs>
              </a:gsLst>
              <a:lin ang="162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18036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98B0999-ADDE-468B-9436-35788EAD6A02}"/>
              </a:ext>
            </a:extLst>
          </p:cNvPr>
          <p:cNvSpPr/>
          <p:nvPr userDrawn="1"/>
        </p:nvSpPr>
        <p:spPr>
          <a:xfrm>
            <a:off x="0" y="279400"/>
            <a:ext cx="8961120" cy="1097280"/>
          </a:xfrm>
          <a:prstGeom prst="rect">
            <a:avLst/>
          </a:prstGeom>
          <a:solidFill>
            <a:srgbClr val="007AC9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endParaRPr lang="en-US" sz="3200" b="0" dirty="0">
              <a:solidFill>
                <a:schemeClr val="bg1"/>
              </a:solidFill>
              <a:latin typeface="Aetna Inc.  Logo" pitchFamily="2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D33D933-D327-423D-AAFA-E8B81D570F89}"/>
              </a:ext>
            </a:extLst>
          </p:cNvPr>
          <p:cNvSpPr/>
          <p:nvPr userDrawn="1"/>
        </p:nvSpPr>
        <p:spPr>
          <a:xfrm>
            <a:off x="0" y="340360"/>
            <a:ext cx="8778240" cy="975360"/>
          </a:xfrm>
          <a:prstGeom prst="rect">
            <a:avLst/>
          </a:prstGeom>
          <a:solidFill>
            <a:srgbClr val="007AC9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endParaRPr lang="en-US" sz="3200" b="0" dirty="0">
              <a:solidFill>
                <a:schemeClr val="bg1"/>
              </a:solidFill>
              <a:latin typeface="Aetna Inc.  Logo" pitchFamily="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768BD5F-34F0-4655-9F41-6584F8DF4956}"/>
              </a:ext>
            </a:extLst>
          </p:cNvPr>
          <p:cNvSpPr/>
          <p:nvPr userDrawn="1"/>
        </p:nvSpPr>
        <p:spPr>
          <a:xfrm>
            <a:off x="0" y="401320"/>
            <a:ext cx="8595360" cy="853440"/>
          </a:xfrm>
          <a:prstGeom prst="rect">
            <a:avLst/>
          </a:prstGeom>
          <a:solidFill>
            <a:srgbClr val="007AC9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endParaRPr lang="en-US" sz="3200" b="0" dirty="0">
              <a:solidFill>
                <a:schemeClr val="bg1"/>
              </a:solidFill>
              <a:latin typeface="Aetna Inc.  Logo" pitchFamily="2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56C396F-F956-4E8A-B4C4-B0778926F486}"/>
              </a:ext>
            </a:extLst>
          </p:cNvPr>
          <p:cNvSpPr/>
          <p:nvPr userDrawn="1"/>
        </p:nvSpPr>
        <p:spPr>
          <a:xfrm>
            <a:off x="1487556" y="462280"/>
            <a:ext cx="6924924" cy="731520"/>
          </a:xfrm>
          <a:prstGeom prst="rect">
            <a:avLst/>
          </a:prstGeom>
          <a:solidFill>
            <a:srgbClr val="007AC9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lvl="0"/>
            <a:endParaRPr lang="en-US" sz="3200" b="0" dirty="0">
              <a:solidFill>
                <a:schemeClr val="bg1"/>
              </a:solidFill>
              <a:latin typeface="Aetna Inc.  Logo" pitchFamily="2" charset="0"/>
            </a:endParaRPr>
          </a:p>
        </p:txBody>
      </p:sp>
      <p:sp>
        <p:nvSpPr>
          <p:cNvPr id="9" name="Slide Number Placeholder 10">
            <a:extLst>
              <a:ext uri="{FF2B5EF4-FFF2-40B4-BE49-F238E27FC236}">
                <a16:creationId xmlns:a16="http://schemas.microsoft.com/office/drawing/2014/main" id="{A26AE8B5-8731-44EE-A61F-815D6BCCE53C}"/>
              </a:ext>
            </a:extLst>
          </p:cNvPr>
          <p:cNvSpPr txBox="1">
            <a:spLocks/>
          </p:cNvSpPr>
          <p:nvPr userDrawn="1"/>
        </p:nvSpPr>
        <p:spPr>
          <a:xfrm>
            <a:off x="8153400" y="6375401"/>
            <a:ext cx="970722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i="1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D770FA4-B97D-4CA2-AA60-51DB37DE4996}" type="slidenum">
              <a:rPr lang="en-US" sz="2400" b="1" i="1" kern="1200" smtClean="0">
                <a:ln w="3175">
                  <a:solidFill>
                    <a:srgbClr val="007AC9"/>
                  </a:solidFill>
                </a:ln>
                <a:solidFill>
                  <a:schemeClr val="bg1"/>
                </a:solidFill>
                <a:effectLst/>
                <a:latin typeface="Arial Narrow" pitchFamily="34" charset="0"/>
                <a:ea typeface="+mn-ea"/>
                <a:cs typeface="+mn-cs"/>
              </a:rPr>
              <a:pPr/>
              <a:t>‹#›</a:t>
            </a:fld>
            <a:endParaRPr lang="en-US" sz="3600" b="1" i="1" kern="1200" dirty="0">
              <a:ln w="3175">
                <a:solidFill>
                  <a:srgbClr val="007AC9"/>
                </a:solidFill>
              </a:ln>
              <a:solidFill>
                <a:schemeClr val="bg1"/>
              </a:solidFill>
              <a:effectLst/>
              <a:latin typeface="Arial Narrow" pitchFamily="34" charset="0"/>
              <a:ea typeface="+mn-ea"/>
              <a:cs typeface="+mn-cs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7F16F13-B733-4A94-93CE-DC7D248B6095}"/>
              </a:ext>
            </a:extLst>
          </p:cNvPr>
          <p:cNvCxnSpPr/>
          <p:nvPr userDrawn="1"/>
        </p:nvCxnSpPr>
        <p:spPr>
          <a:xfrm>
            <a:off x="1487556" y="519729"/>
            <a:ext cx="0" cy="654940"/>
          </a:xfrm>
          <a:prstGeom prst="line">
            <a:avLst/>
          </a:prstGeom>
          <a:ln w="3175">
            <a:gradFill flip="none" rotWithShape="1">
              <a:gsLst>
                <a:gs pos="0">
                  <a:srgbClr val="0070C0"/>
                </a:gs>
                <a:gs pos="75000">
                  <a:schemeClr val="tx2">
                    <a:lumMod val="20000"/>
                    <a:lumOff val="80000"/>
                  </a:schemeClr>
                </a:gs>
                <a:gs pos="25000">
                  <a:schemeClr val="tx2">
                    <a:lumMod val="20000"/>
                    <a:lumOff val="80000"/>
                  </a:schemeClr>
                </a:gs>
                <a:gs pos="100000">
                  <a:srgbClr val="0070C0"/>
                </a:gs>
              </a:gsLst>
              <a:lin ang="162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8002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98B0999-ADDE-468B-9436-35788EAD6A02}"/>
              </a:ext>
            </a:extLst>
          </p:cNvPr>
          <p:cNvSpPr/>
          <p:nvPr userDrawn="1"/>
        </p:nvSpPr>
        <p:spPr>
          <a:xfrm>
            <a:off x="0" y="279400"/>
            <a:ext cx="8961120" cy="1097280"/>
          </a:xfrm>
          <a:prstGeom prst="rect">
            <a:avLst/>
          </a:prstGeom>
          <a:solidFill>
            <a:srgbClr val="007AC9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endParaRPr lang="en-US" sz="3200" b="0" dirty="0">
              <a:solidFill>
                <a:schemeClr val="bg1"/>
              </a:solidFill>
              <a:latin typeface="Aetna Inc.  Logo" pitchFamily="2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D33D933-D327-423D-AAFA-E8B81D570F89}"/>
              </a:ext>
            </a:extLst>
          </p:cNvPr>
          <p:cNvSpPr/>
          <p:nvPr userDrawn="1"/>
        </p:nvSpPr>
        <p:spPr>
          <a:xfrm>
            <a:off x="0" y="340360"/>
            <a:ext cx="8778240" cy="975360"/>
          </a:xfrm>
          <a:prstGeom prst="rect">
            <a:avLst/>
          </a:prstGeom>
          <a:solidFill>
            <a:srgbClr val="007AC9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endParaRPr lang="en-US" sz="3200" b="0" dirty="0">
              <a:solidFill>
                <a:schemeClr val="bg1"/>
              </a:solidFill>
              <a:latin typeface="Aetna Inc.  Logo" pitchFamily="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768BD5F-34F0-4655-9F41-6584F8DF4956}"/>
              </a:ext>
            </a:extLst>
          </p:cNvPr>
          <p:cNvSpPr/>
          <p:nvPr userDrawn="1"/>
        </p:nvSpPr>
        <p:spPr>
          <a:xfrm>
            <a:off x="0" y="401320"/>
            <a:ext cx="8595360" cy="853440"/>
          </a:xfrm>
          <a:prstGeom prst="rect">
            <a:avLst/>
          </a:prstGeom>
          <a:solidFill>
            <a:srgbClr val="007AC9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endParaRPr lang="en-US" sz="3200" b="0" dirty="0">
              <a:solidFill>
                <a:schemeClr val="bg1"/>
              </a:solidFill>
              <a:latin typeface="Aetna Inc.  Logo" pitchFamily="2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56C396F-F956-4E8A-B4C4-B0778926F486}"/>
              </a:ext>
            </a:extLst>
          </p:cNvPr>
          <p:cNvSpPr/>
          <p:nvPr userDrawn="1"/>
        </p:nvSpPr>
        <p:spPr>
          <a:xfrm>
            <a:off x="1487556" y="462280"/>
            <a:ext cx="6924924" cy="731520"/>
          </a:xfrm>
          <a:prstGeom prst="rect">
            <a:avLst/>
          </a:prstGeom>
          <a:solidFill>
            <a:srgbClr val="007AC9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lvl="0"/>
            <a:endParaRPr lang="en-US" sz="3200" b="0" dirty="0">
              <a:solidFill>
                <a:schemeClr val="bg1"/>
              </a:solidFill>
              <a:latin typeface="Aetna Inc.  Logo" pitchFamily="2" charset="0"/>
            </a:endParaRPr>
          </a:p>
        </p:txBody>
      </p:sp>
      <p:sp>
        <p:nvSpPr>
          <p:cNvPr id="9" name="Slide Number Placeholder 10">
            <a:extLst>
              <a:ext uri="{FF2B5EF4-FFF2-40B4-BE49-F238E27FC236}">
                <a16:creationId xmlns:a16="http://schemas.microsoft.com/office/drawing/2014/main" id="{A26AE8B5-8731-44EE-A61F-815D6BCCE53C}"/>
              </a:ext>
            </a:extLst>
          </p:cNvPr>
          <p:cNvSpPr txBox="1">
            <a:spLocks/>
          </p:cNvSpPr>
          <p:nvPr userDrawn="1"/>
        </p:nvSpPr>
        <p:spPr>
          <a:xfrm>
            <a:off x="8153400" y="6375401"/>
            <a:ext cx="970722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i="1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D770FA4-B97D-4CA2-AA60-51DB37DE4996}" type="slidenum">
              <a:rPr lang="en-US" sz="2400" b="1" i="1" kern="1200" smtClean="0">
                <a:ln w="3175">
                  <a:solidFill>
                    <a:srgbClr val="007AC9"/>
                  </a:solidFill>
                </a:ln>
                <a:solidFill>
                  <a:schemeClr val="bg1"/>
                </a:solidFill>
                <a:effectLst/>
                <a:latin typeface="Arial Narrow" pitchFamily="34" charset="0"/>
                <a:ea typeface="+mn-ea"/>
                <a:cs typeface="+mn-cs"/>
              </a:rPr>
              <a:pPr/>
              <a:t>‹#›</a:t>
            </a:fld>
            <a:endParaRPr lang="en-US" sz="3600" b="1" i="1" kern="1200" dirty="0">
              <a:ln w="3175">
                <a:solidFill>
                  <a:srgbClr val="007AC9"/>
                </a:solidFill>
              </a:ln>
              <a:solidFill>
                <a:schemeClr val="bg1"/>
              </a:solidFill>
              <a:effectLst/>
              <a:latin typeface="Arial Narrow" pitchFamily="34" charset="0"/>
              <a:ea typeface="+mn-ea"/>
              <a:cs typeface="+mn-cs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7F16F13-B733-4A94-93CE-DC7D248B6095}"/>
              </a:ext>
            </a:extLst>
          </p:cNvPr>
          <p:cNvCxnSpPr/>
          <p:nvPr userDrawn="1"/>
        </p:nvCxnSpPr>
        <p:spPr>
          <a:xfrm>
            <a:off x="1487556" y="519729"/>
            <a:ext cx="0" cy="654940"/>
          </a:xfrm>
          <a:prstGeom prst="line">
            <a:avLst/>
          </a:prstGeom>
          <a:ln w="3175">
            <a:gradFill flip="none" rotWithShape="1">
              <a:gsLst>
                <a:gs pos="0">
                  <a:srgbClr val="0070C0"/>
                </a:gs>
                <a:gs pos="75000">
                  <a:schemeClr val="tx2">
                    <a:lumMod val="20000"/>
                    <a:lumOff val="80000"/>
                  </a:schemeClr>
                </a:gs>
                <a:gs pos="25000">
                  <a:schemeClr val="tx2">
                    <a:lumMod val="20000"/>
                    <a:lumOff val="80000"/>
                  </a:schemeClr>
                </a:gs>
                <a:gs pos="100000">
                  <a:srgbClr val="0070C0"/>
                </a:gs>
              </a:gsLst>
              <a:lin ang="162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96700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98B0999-ADDE-468B-9436-35788EAD6A02}"/>
              </a:ext>
            </a:extLst>
          </p:cNvPr>
          <p:cNvSpPr/>
          <p:nvPr userDrawn="1"/>
        </p:nvSpPr>
        <p:spPr>
          <a:xfrm>
            <a:off x="0" y="279400"/>
            <a:ext cx="8961120" cy="1097280"/>
          </a:xfrm>
          <a:prstGeom prst="rect">
            <a:avLst/>
          </a:prstGeom>
          <a:solidFill>
            <a:srgbClr val="007AC9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endParaRPr lang="en-US" sz="3200" b="0" dirty="0">
              <a:solidFill>
                <a:schemeClr val="bg1"/>
              </a:solidFill>
              <a:latin typeface="Aetna Inc.  Logo" pitchFamily="2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D33D933-D327-423D-AAFA-E8B81D570F89}"/>
              </a:ext>
            </a:extLst>
          </p:cNvPr>
          <p:cNvSpPr/>
          <p:nvPr userDrawn="1"/>
        </p:nvSpPr>
        <p:spPr>
          <a:xfrm>
            <a:off x="0" y="340360"/>
            <a:ext cx="8778240" cy="975360"/>
          </a:xfrm>
          <a:prstGeom prst="rect">
            <a:avLst/>
          </a:prstGeom>
          <a:solidFill>
            <a:srgbClr val="007AC9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endParaRPr lang="en-US" sz="3200" b="0" dirty="0">
              <a:solidFill>
                <a:schemeClr val="bg1"/>
              </a:solidFill>
              <a:latin typeface="Aetna Inc.  Logo" pitchFamily="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768BD5F-34F0-4655-9F41-6584F8DF4956}"/>
              </a:ext>
            </a:extLst>
          </p:cNvPr>
          <p:cNvSpPr/>
          <p:nvPr userDrawn="1"/>
        </p:nvSpPr>
        <p:spPr>
          <a:xfrm>
            <a:off x="0" y="401320"/>
            <a:ext cx="8595360" cy="853440"/>
          </a:xfrm>
          <a:prstGeom prst="rect">
            <a:avLst/>
          </a:prstGeom>
          <a:solidFill>
            <a:srgbClr val="007AC9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endParaRPr lang="en-US" sz="3200" b="0" dirty="0">
              <a:solidFill>
                <a:schemeClr val="bg1"/>
              </a:solidFill>
              <a:latin typeface="Aetna Inc.  Logo" pitchFamily="2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56C396F-F956-4E8A-B4C4-B0778926F486}"/>
              </a:ext>
            </a:extLst>
          </p:cNvPr>
          <p:cNvSpPr/>
          <p:nvPr userDrawn="1"/>
        </p:nvSpPr>
        <p:spPr>
          <a:xfrm>
            <a:off x="1487556" y="462280"/>
            <a:ext cx="6924924" cy="731520"/>
          </a:xfrm>
          <a:prstGeom prst="rect">
            <a:avLst/>
          </a:prstGeom>
          <a:solidFill>
            <a:srgbClr val="007AC9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lvl="0"/>
            <a:endParaRPr lang="en-US" sz="3200" b="0" dirty="0">
              <a:solidFill>
                <a:schemeClr val="bg1"/>
              </a:solidFill>
              <a:latin typeface="Aetna Inc.  Logo" pitchFamily="2" charset="0"/>
            </a:endParaRPr>
          </a:p>
        </p:txBody>
      </p:sp>
      <p:sp>
        <p:nvSpPr>
          <p:cNvPr id="9" name="Slide Number Placeholder 10">
            <a:extLst>
              <a:ext uri="{FF2B5EF4-FFF2-40B4-BE49-F238E27FC236}">
                <a16:creationId xmlns:a16="http://schemas.microsoft.com/office/drawing/2014/main" id="{A26AE8B5-8731-44EE-A61F-815D6BCCE53C}"/>
              </a:ext>
            </a:extLst>
          </p:cNvPr>
          <p:cNvSpPr txBox="1">
            <a:spLocks/>
          </p:cNvSpPr>
          <p:nvPr userDrawn="1"/>
        </p:nvSpPr>
        <p:spPr>
          <a:xfrm>
            <a:off x="8153400" y="6375401"/>
            <a:ext cx="970722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i="1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D770FA4-B97D-4CA2-AA60-51DB37DE4996}" type="slidenum">
              <a:rPr lang="en-US" sz="2400" b="1" i="1" kern="1200" smtClean="0">
                <a:ln w="3175">
                  <a:solidFill>
                    <a:srgbClr val="007AC9"/>
                  </a:solidFill>
                </a:ln>
                <a:solidFill>
                  <a:schemeClr val="bg1"/>
                </a:solidFill>
                <a:effectLst/>
                <a:latin typeface="Arial Narrow" pitchFamily="34" charset="0"/>
                <a:ea typeface="+mn-ea"/>
                <a:cs typeface="+mn-cs"/>
              </a:rPr>
              <a:pPr/>
              <a:t>‹#›</a:t>
            </a:fld>
            <a:endParaRPr lang="en-US" sz="3600" b="1" i="1" kern="1200" dirty="0">
              <a:ln w="3175">
                <a:solidFill>
                  <a:srgbClr val="007AC9"/>
                </a:solidFill>
              </a:ln>
              <a:solidFill>
                <a:schemeClr val="bg1"/>
              </a:solidFill>
              <a:effectLst/>
              <a:latin typeface="Arial Narrow" pitchFamily="34" charset="0"/>
              <a:ea typeface="+mn-ea"/>
              <a:cs typeface="+mn-cs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7F16F13-B733-4A94-93CE-DC7D248B6095}"/>
              </a:ext>
            </a:extLst>
          </p:cNvPr>
          <p:cNvCxnSpPr/>
          <p:nvPr userDrawn="1"/>
        </p:nvCxnSpPr>
        <p:spPr>
          <a:xfrm>
            <a:off x="1487556" y="519729"/>
            <a:ext cx="0" cy="654940"/>
          </a:xfrm>
          <a:prstGeom prst="line">
            <a:avLst/>
          </a:prstGeom>
          <a:ln w="3175">
            <a:gradFill flip="none" rotWithShape="1">
              <a:gsLst>
                <a:gs pos="0">
                  <a:srgbClr val="0070C0"/>
                </a:gs>
                <a:gs pos="75000">
                  <a:schemeClr val="tx2">
                    <a:lumMod val="20000"/>
                    <a:lumOff val="80000"/>
                  </a:schemeClr>
                </a:gs>
                <a:gs pos="25000">
                  <a:schemeClr val="tx2">
                    <a:lumMod val="20000"/>
                    <a:lumOff val="80000"/>
                  </a:schemeClr>
                </a:gs>
                <a:gs pos="100000">
                  <a:srgbClr val="0070C0"/>
                </a:gs>
              </a:gsLst>
              <a:lin ang="162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738279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279400"/>
            <a:ext cx="8961120" cy="1097280"/>
          </a:xfrm>
          <a:prstGeom prst="rect">
            <a:avLst/>
          </a:prstGeom>
          <a:solidFill>
            <a:srgbClr val="007AC9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endParaRPr lang="en-US" sz="3200" b="0" dirty="0">
              <a:latin typeface="Aetna Inc.  Logo" pitchFamily="2" charset="0"/>
            </a:endParaRPr>
          </a:p>
        </p:txBody>
      </p:sp>
      <p:sp>
        <p:nvSpPr>
          <p:cNvPr id="4" name="Rectangle 3"/>
          <p:cNvSpPr/>
          <p:nvPr userDrawn="1"/>
        </p:nvSpPr>
        <p:spPr>
          <a:xfrm>
            <a:off x="0" y="340360"/>
            <a:ext cx="8778240" cy="975360"/>
          </a:xfrm>
          <a:prstGeom prst="rect">
            <a:avLst/>
          </a:prstGeom>
          <a:solidFill>
            <a:srgbClr val="007AC9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endParaRPr lang="en-US" sz="3200" b="0" dirty="0">
              <a:latin typeface="Aetna Inc.  Logo" pitchFamily="2" charset="0"/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401320"/>
            <a:ext cx="8595360" cy="853440"/>
          </a:xfrm>
          <a:prstGeom prst="rect">
            <a:avLst/>
          </a:prstGeom>
          <a:solidFill>
            <a:srgbClr val="007AC9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endParaRPr lang="en-US" sz="3200" b="0" dirty="0">
              <a:latin typeface="Aetna Inc.  Logo" pitchFamily="2" charset="0"/>
            </a:endParaRPr>
          </a:p>
        </p:txBody>
      </p:sp>
      <p:sp>
        <p:nvSpPr>
          <p:cNvPr id="7" name="Rectangle 6"/>
          <p:cNvSpPr/>
          <p:nvPr userDrawn="1"/>
        </p:nvSpPr>
        <p:spPr>
          <a:xfrm>
            <a:off x="1487556" y="462280"/>
            <a:ext cx="6924924" cy="731520"/>
          </a:xfrm>
          <a:prstGeom prst="rect">
            <a:avLst/>
          </a:prstGeom>
          <a:solidFill>
            <a:srgbClr val="007AC9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lvl="0"/>
            <a:endParaRPr lang="en-US" sz="3200" b="0" dirty="0">
              <a:latin typeface="Aetna Inc.  Logo" pitchFamily="2" charset="0"/>
            </a:endParaRPr>
          </a:p>
        </p:txBody>
      </p:sp>
      <p:sp>
        <p:nvSpPr>
          <p:cNvPr id="12" name="Slide Number Placeholder 10"/>
          <p:cNvSpPr txBox="1">
            <a:spLocks/>
          </p:cNvSpPr>
          <p:nvPr userDrawn="1"/>
        </p:nvSpPr>
        <p:spPr>
          <a:xfrm>
            <a:off x="8153400" y="6375401"/>
            <a:ext cx="970722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i="1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D770FA4-B97D-4CA2-AA60-51DB37DE4996}" type="slidenum">
              <a:rPr lang="en-US" sz="2400" b="1" i="1" kern="1200" smtClean="0">
                <a:ln w="3175">
                  <a:solidFill>
                    <a:srgbClr val="007AC9"/>
                  </a:solidFill>
                </a:ln>
                <a:solidFill>
                  <a:schemeClr val="tx2">
                    <a:lumMod val="75000"/>
                  </a:schemeClr>
                </a:solidFill>
                <a:effectLst/>
                <a:latin typeface="Arial Narrow" pitchFamily="34" charset="0"/>
                <a:ea typeface="+mn-ea"/>
                <a:cs typeface="+mn-cs"/>
              </a:rPr>
              <a:pPr/>
              <a:t>‹#›</a:t>
            </a:fld>
            <a:endParaRPr lang="en-US" sz="3600" b="1" i="1" kern="1200" dirty="0">
              <a:ln w="3175">
                <a:solidFill>
                  <a:srgbClr val="007AC9"/>
                </a:solidFill>
              </a:ln>
              <a:solidFill>
                <a:schemeClr val="tx2">
                  <a:lumMod val="75000"/>
                </a:schemeClr>
              </a:solidFill>
              <a:effectLst/>
              <a:latin typeface="Arial Narrow" pitchFamily="34" charset="0"/>
              <a:ea typeface="+mn-ea"/>
              <a:cs typeface="+mn-cs"/>
            </a:endParaRPr>
          </a:p>
        </p:txBody>
      </p:sp>
      <p:cxnSp>
        <p:nvCxnSpPr>
          <p:cNvPr id="14" name="Straight Connector 13"/>
          <p:cNvCxnSpPr/>
          <p:nvPr userDrawn="1"/>
        </p:nvCxnSpPr>
        <p:spPr>
          <a:xfrm>
            <a:off x="1487556" y="519729"/>
            <a:ext cx="0" cy="654940"/>
          </a:xfrm>
          <a:prstGeom prst="line">
            <a:avLst/>
          </a:prstGeom>
          <a:ln w="3175">
            <a:gradFill flip="none" rotWithShape="1">
              <a:gsLst>
                <a:gs pos="0">
                  <a:srgbClr val="0070C0"/>
                </a:gs>
                <a:gs pos="75000">
                  <a:schemeClr val="tx2">
                    <a:lumMod val="20000"/>
                    <a:lumOff val="80000"/>
                  </a:schemeClr>
                </a:gs>
                <a:gs pos="25000">
                  <a:schemeClr val="tx2">
                    <a:lumMod val="20000"/>
                    <a:lumOff val="80000"/>
                  </a:schemeClr>
                </a:gs>
                <a:gs pos="100000">
                  <a:srgbClr val="0070C0"/>
                </a:gs>
              </a:gsLst>
              <a:lin ang="162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98143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96BA38-B160-4F51-8F7D-D3A6385A4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5E83E4-4D34-490E-91F8-DA1A292C63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55D39-4570-4046-9C6D-CBFC3D4C45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2871F5-F6E2-4C92-B0A6-551C0E62AE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/>
              <a:t>Dept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F35141-EA62-4E6B-ACC1-B52C104981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1039A8-909B-4A86-96A5-44E82670DAC2}" type="slidenum">
              <a:rPr lang="en-US" altLang="en-US" smtClean="0"/>
              <a:pPr/>
              <a:t>‹#›</a:t>
            </a:fld>
            <a:endParaRPr lang="en-US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A08675A-32C7-4282-B641-B92A04BD4E1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4100" y="6324600"/>
            <a:ext cx="55499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73FEBED-9536-4610-AC2D-D470C6BCDC5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24600"/>
            <a:ext cx="55499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89282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1" r:id="rId1"/>
    <p:sldLayoutId id="2147483862" r:id="rId2"/>
    <p:sldLayoutId id="2147483863" r:id="rId3"/>
    <p:sldLayoutId id="2147483864" r:id="rId4"/>
    <p:sldLayoutId id="2147483865" r:id="rId5"/>
    <p:sldLayoutId id="2147483866" r:id="rId6"/>
    <p:sldLayoutId id="2147483867" r:id="rId7"/>
    <p:sldLayoutId id="2147483868" r:id="rId8"/>
    <p:sldLayoutId id="2147483869" r:id="rId9"/>
    <p:sldLayoutId id="2147483870" r:id="rId10"/>
    <p:sldLayoutId id="2147483871" r:id="rId11"/>
    <p:sldLayoutId id="2147483872" r:id="rId12"/>
    <p:sldLayoutId id="2147483802" r:id="rId13"/>
    <p:sldLayoutId id="2147483807" r:id="rId14"/>
    <p:sldLayoutId id="2147483808" r:id="rId15"/>
    <p:sldLayoutId id="2147483811" r:id="rId16"/>
    <p:sldLayoutId id="2147483813" r:id="rId17"/>
    <p:sldLayoutId id="2147483833" r:id="rId18"/>
    <p:sldLayoutId id="2147483834" r:id="rId19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5.xml"/><Relationship Id="rId3" Type="http://schemas.openxmlformats.org/officeDocument/2006/relationships/diagramLayout" Target="../diagrams/layout4.xml"/><Relationship Id="rId7" Type="http://schemas.openxmlformats.org/officeDocument/2006/relationships/diagramData" Target="../diagrams/data5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4.xml"/><Relationship Id="rId11" Type="http://schemas.microsoft.com/office/2007/relationships/diagramDrawing" Target="../diagrams/drawing5.xml"/><Relationship Id="rId5" Type="http://schemas.openxmlformats.org/officeDocument/2006/relationships/diagramColors" Target="../diagrams/colors4.xml"/><Relationship Id="rId10" Type="http://schemas.openxmlformats.org/officeDocument/2006/relationships/diagramColors" Target="../diagrams/colors5.xml"/><Relationship Id="rId4" Type="http://schemas.openxmlformats.org/officeDocument/2006/relationships/diagramQuickStyle" Target="../diagrams/quickStyle4.xml"/><Relationship Id="rId9" Type="http://schemas.openxmlformats.org/officeDocument/2006/relationships/diagramQuickStyle" Target="../diagrams/quickStyle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s://onlinegdb.com/HkyXUQNwv" TargetMode="Externa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onlinegdb.com/HJBgcXEDD" TargetMode="Externa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Relationship Id="rId5" Type="http://schemas.openxmlformats.org/officeDocument/2006/relationships/hyperlink" Target="https://onlinegdb.com/SJA-ZEVww" TargetMode="External"/><Relationship Id="rId4" Type="http://schemas.openxmlformats.org/officeDocument/2006/relationships/hyperlink" Target="https://onlinegdb.com/HJrR1VEPP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DB00">
            <a:alpha val="9019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5AD69D4-06AF-45C5-BBC5-4A71C66FB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AEE95788-8561-47F3-A8E8-13BE166F718C}" type="slidenum">
              <a:rPr lang="en-US" altLang="en-US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1</a:t>
            </a:fld>
            <a:endParaRPr lang="en-US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6" name="Text Box 5">
            <a:extLst>
              <a:ext uri="{FF2B5EF4-FFF2-40B4-BE49-F238E27FC236}">
                <a16:creationId xmlns:a16="http://schemas.microsoft.com/office/drawing/2014/main" id="{563BEF9D-1E6E-4CE5-80A2-C10C3365D6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8125" y="3143248"/>
            <a:ext cx="6416675" cy="92333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fontAlgn="auto">
              <a:spcAft>
                <a:spcPts val="0"/>
              </a:spcAft>
              <a:buFontTx/>
              <a:buNone/>
              <a:defRPr/>
            </a:pPr>
            <a:r>
              <a:rPr lang="en-US" altLang="en-US" sz="5400" b="1" dirty="0">
                <a:ln w="11430"/>
                <a:solidFill>
                  <a:srgbClr val="C0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+mn-lt"/>
                <a:cs typeface="Times New Roman" pitchFamily="18" charset="0"/>
              </a:rPr>
              <a:t>File Handling in Java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BC1C57D-C811-47EC-8903-E45434AB8FF8}"/>
              </a:ext>
            </a:extLst>
          </p:cNvPr>
          <p:cNvSpPr txBox="1"/>
          <p:nvPr/>
        </p:nvSpPr>
        <p:spPr>
          <a:xfrm>
            <a:off x="419100" y="457200"/>
            <a:ext cx="7924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3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Dotum" pitchFamily="34" charset="-127"/>
                <a:cs typeface="Courier New" pitchFamily="49" charset="0"/>
              </a:defRPr>
            </a:lvl1pPr>
          </a:lstStyle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439333" y="3276600"/>
          <a:ext cx="6781800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8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algn="l"/>
                      <a:endParaRPr lang="en-IN" sz="3200" b="1" dirty="0">
                        <a:solidFill>
                          <a:schemeClr val="tx1"/>
                        </a:solidFill>
                        <a:latin typeface="Lucida Calligraphy" pitchFamily="66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F81BA020-4735-4217-8F20-713B602F0FD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9116264"/>
              </p:ext>
            </p:extLst>
          </p:nvPr>
        </p:nvGraphicFramePr>
        <p:xfrm>
          <a:off x="323850" y="1602545"/>
          <a:ext cx="8496300" cy="990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E6194D87-AF25-46CA-9D8A-77A37063847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44588329"/>
              </p:ext>
            </p:extLst>
          </p:nvPr>
        </p:nvGraphicFramePr>
        <p:xfrm>
          <a:off x="922867" y="1657644"/>
          <a:ext cx="6934200" cy="41046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3087571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2AA08163-159F-42DC-8A5A-A91299DB267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9F92BE5A-6D3E-41B0-922C-329E9E64C77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0E6DD510-4D2E-41F1-8BFE-27E15389F0F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1B605B1A-B87F-4F70-A2D9-F19E2BE84FE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5690B5B2-F124-4F7E-ADDD-271F2F6DFB0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9806BE4B-02F3-4F9C-9E85-34C8295A292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E2840F4B-459B-4149-A942-36B4A7E48FB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AsOne/>
      </p:bldGraphic>
      <p:bldGraphic spid="2" grpId="0">
        <p:bldSub>
          <a:bldDgm bld="one"/>
        </p:bldSub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BC1C57D-C811-47EC-8903-E45434AB8FF8}"/>
              </a:ext>
            </a:extLst>
          </p:cNvPr>
          <p:cNvSpPr txBox="1"/>
          <p:nvPr/>
        </p:nvSpPr>
        <p:spPr>
          <a:xfrm>
            <a:off x="419100" y="457200"/>
            <a:ext cx="7924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3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Dotum" pitchFamily="34" charset="-127"/>
                <a:cs typeface="Courier New" pitchFamily="49" charset="0"/>
              </a:defRPr>
            </a:lvl1pPr>
          </a:lstStyle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File Handling?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B4FDB6-932B-49B2-BB31-97CDF75D2A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971800"/>
            <a:ext cx="2932126" cy="2438400"/>
          </a:xfrm>
          <a:prstGeom prst="rect">
            <a:avLst/>
          </a:prstGeom>
        </p:spPr>
      </p:pic>
      <p:graphicFrame>
        <p:nvGraphicFramePr>
          <p:cNvPr id="15" name="Diagram 14">
            <a:extLst>
              <a:ext uri="{FF2B5EF4-FFF2-40B4-BE49-F238E27FC236}">
                <a16:creationId xmlns:a16="http://schemas.microsoft.com/office/drawing/2014/main" id="{2E10B953-F72A-4278-A6EE-5D9118BB74D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59766006"/>
              </p:ext>
            </p:extLst>
          </p:nvPr>
        </p:nvGraphicFramePr>
        <p:xfrm>
          <a:off x="3048000" y="1778000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859828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graphicEl>
                                              <a:dgm id="{6A854E77-7AA8-4D62-B683-1137F5F6C01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graphicEl>
                                              <a:dgm id="{0895C37C-92EE-468B-8CEB-4A6AF844F6E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graphicEl>
                                              <a:dgm id="{F633099D-07E4-4BC7-90C2-FD3CB7D1187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graphicEl>
                                              <a:dgm id="{17478CE4-6053-499F-9804-202C37D35BF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graphicEl>
                                              <a:dgm id="{DAC6FC21-DB57-4796-B13E-0067045C00C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graphicEl>
                                              <a:dgm id="{0C8B0F9A-A609-4951-9A35-AA696FCF78A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graphicEl>
                                              <a:dgm id="{502DC2F1-0114-4B88-BF48-8B333498E85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5" grpId="0">
        <p:bldSub>
          <a:bldDgm bld="one"/>
        </p:bldSub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BC1C57D-C811-47EC-8903-E45434AB8FF8}"/>
              </a:ext>
            </a:extLst>
          </p:cNvPr>
          <p:cNvSpPr txBox="1"/>
          <p:nvPr/>
        </p:nvSpPr>
        <p:spPr>
          <a:xfrm>
            <a:off x="419100" y="457200"/>
            <a:ext cx="7924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3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Dotum" pitchFamily="34" charset="-127"/>
                <a:cs typeface="Courier New" pitchFamily="49" charset="0"/>
              </a:defRPr>
            </a:lvl1pPr>
          </a:lstStyle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Methods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439333" y="3276600"/>
          <a:ext cx="6781800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8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algn="l"/>
                      <a:endParaRPr lang="en-IN" sz="3200" b="1" dirty="0">
                        <a:solidFill>
                          <a:schemeClr val="tx1"/>
                        </a:solidFill>
                        <a:latin typeface="Lucida Calligraphy" pitchFamily="66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890CA24E-B62C-458A-9CD1-94849C9E880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76079765"/>
              </p:ext>
            </p:extLst>
          </p:nvPr>
        </p:nvGraphicFramePr>
        <p:xfrm>
          <a:off x="1172" y="1662332"/>
          <a:ext cx="4495800" cy="39764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7E6BE62E-3364-4084-AD75-D5A1AFD4DB7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52685418"/>
              </p:ext>
            </p:extLst>
          </p:nvPr>
        </p:nvGraphicFramePr>
        <p:xfrm>
          <a:off x="4381500" y="1662333"/>
          <a:ext cx="4495800" cy="39764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3164890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ECD15F9F-5D60-4D3D-AAD2-91D16A68829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graphicEl>
                                              <a:dgm id="{ECD15F9F-5D60-4D3D-AAD2-91D16A68829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44230751-4167-4BE7-96B0-9C69DC46C8A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10" dur="500"/>
                                        <p:tgtEl>
                                          <p:spTgt spid="2">
                                            <p:graphicEl>
                                              <a:dgm id="{44230751-4167-4BE7-96B0-9C69DC46C8A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2CA2F765-2302-41F6-ABC9-3A66379059B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15" dur="500"/>
                                        <p:tgtEl>
                                          <p:spTgt spid="2">
                                            <p:graphicEl>
                                              <a:dgm id="{2CA2F765-2302-41F6-ABC9-3A66379059B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C177703A-069E-4450-AADE-935BDACFF8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18" dur="500"/>
                                        <p:tgtEl>
                                          <p:spTgt spid="2">
                                            <p:graphicEl>
                                              <a:dgm id="{C177703A-069E-4450-AADE-935BDACFF82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4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29096E91-CBCF-4E4D-86B3-DF1D07079F2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23" dur="500"/>
                                        <p:tgtEl>
                                          <p:spTgt spid="2">
                                            <p:graphicEl>
                                              <a:dgm id="{29096E91-CBCF-4E4D-86B3-DF1D07079F2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4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0BA35254-667B-4D6B-B12A-D97A115F4A6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26" dur="500"/>
                                        <p:tgtEl>
                                          <p:spTgt spid="2">
                                            <p:graphicEl>
                                              <a:dgm id="{0BA35254-667B-4D6B-B12A-D97A115F4A6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4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2A1CD427-59E4-40C9-AA7B-5B5191DE3E6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31" dur="500"/>
                                        <p:tgtEl>
                                          <p:spTgt spid="2">
                                            <p:graphicEl>
                                              <a:dgm id="{2A1CD427-59E4-40C9-AA7B-5B5191DE3E6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4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D90A9A4F-83FD-4223-8FEE-439D2587D7B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34" dur="500"/>
                                        <p:tgtEl>
                                          <p:spTgt spid="2">
                                            <p:graphicEl>
                                              <a:dgm id="{D90A9A4F-83FD-4223-8FEE-439D2587D7B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4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ECD15F9F-5D60-4D3D-AAD2-91D16A68829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39" dur="500"/>
                                        <p:tgtEl>
                                          <p:spTgt spid="3">
                                            <p:graphicEl>
                                              <a:dgm id="{ECD15F9F-5D60-4D3D-AAD2-91D16A68829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4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44230751-4167-4BE7-96B0-9C69DC46C8A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42" dur="500"/>
                                        <p:tgtEl>
                                          <p:spTgt spid="3">
                                            <p:graphicEl>
                                              <a:dgm id="{44230751-4167-4BE7-96B0-9C69DC46C8A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2CA2F765-2302-41F6-ABC9-3A66379059B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47" dur="500"/>
                                        <p:tgtEl>
                                          <p:spTgt spid="3">
                                            <p:graphicEl>
                                              <a:dgm id="{2CA2F765-2302-41F6-ABC9-3A66379059B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4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C177703A-069E-4450-AADE-935BDACFF8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50" dur="500"/>
                                        <p:tgtEl>
                                          <p:spTgt spid="3">
                                            <p:graphicEl>
                                              <a:dgm id="{C177703A-069E-4450-AADE-935BDACFF82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4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29096E91-CBCF-4E4D-86B3-DF1D07079F2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55" dur="500"/>
                                        <p:tgtEl>
                                          <p:spTgt spid="3">
                                            <p:graphicEl>
                                              <a:dgm id="{29096E91-CBCF-4E4D-86B3-DF1D07079F2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4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0BA35254-667B-4D6B-B12A-D97A115F4A6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58" dur="500"/>
                                        <p:tgtEl>
                                          <p:spTgt spid="3">
                                            <p:graphicEl>
                                              <a:dgm id="{0BA35254-667B-4D6B-B12A-D97A115F4A6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4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473D4446-3125-475D-8594-BF6E65ABEC1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63" dur="500"/>
                                        <p:tgtEl>
                                          <p:spTgt spid="3">
                                            <p:graphicEl>
                                              <a:dgm id="{473D4446-3125-475D-8594-BF6E65ABEC1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4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6210ECFA-7E6D-4474-BE09-81E59AB83F7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66" dur="500"/>
                                        <p:tgtEl>
                                          <p:spTgt spid="3">
                                            <p:graphicEl>
                                              <a:dgm id="{6210ECFA-7E6D-4474-BE09-81E59AB83F7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" grpId="0">
        <p:bldSub>
          <a:bldDgm bld="one"/>
        </p:bldSub>
      </p:bldGraphic>
      <p:bldGraphic spid="3" grpId="0">
        <p:bldSub>
          <a:bldDgm bld="one"/>
        </p:bldSub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BC1C57D-C811-47EC-8903-E45434AB8FF8}"/>
              </a:ext>
            </a:extLst>
          </p:cNvPr>
          <p:cNvSpPr txBox="1"/>
          <p:nvPr/>
        </p:nvSpPr>
        <p:spPr>
          <a:xfrm>
            <a:off x="419100" y="457200"/>
            <a:ext cx="7924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3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Dotum" pitchFamily="34" charset="-127"/>
                <a:cs typeface="Courier New" pitchFamily="49" charset="0"/>
              </a:defRPr>
            </a:lvl1pPr>
          </a:lstStyle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Methods - Example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1893329"/>
              </p:ext>
            </p:extLst>
          </p:nvPr>
        </p:nvGraphicFramePr>
        <p:xfrm>
          <a:off x="566737" y="5623147"/>
          <a:ext cx="7611533" cy="7078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115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07886">
                <a:tc>
                  <a:txBody>
                    <a:bodyPr/>
                    <a:lstStyle/>
                    <a:p>
                      <a:pPr algn="ctr"/>
                      <a:r>
                        <a:rPr lang="en-IN" sz="3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2"/>
                        </a:rPr>
                        <a:t>https://onlinegdb.com/HkyXUQNwv</a:t>
                      </a:r>
                      <a:r>
                        <a:rPr lang="en-IN" sz="3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7C23899C-2AAA-4E6C-B914-6C96DB24C0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400" y="1610016"/>
            <a:ext cx="4495800" cy="3983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7233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BC1C57D-C811-47EC-8903-E45434AB8FF8}"/>
              </a:ext>
            </a:extLst>
          </p:cNvPr>
          <p:cNvSpPr txBox="1"/>
          <p:nvPr/>
        </p:nvSpPr>
        <p:spPr>
          <a:xfrm>
            <a:off x="419100" y="457200"/>
            <a:ext cx="7924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3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Dotum" pitchFamily="34" charset="-127"/>
                <a:cs typeface="Courier New" pitchFamily="49" charset="0"/>
              </a:defRPr>
            </a:lvl1pPr>
          </a:lstStyle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Operations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439333" y="3276600"/>
          <a:ext cx="6781800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8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algn="l"/>
                      <a:endParaRPr lang="en-IN" sz="3200" b="1" dirty="0">
                        <a:solidFill>
                          <a:schemeClr val="tx1"/>
                        </a:solidFill>
                        <a:latin typeface="Lucida Calligraphy" pitchFamily="66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9D6CF7E4-A764-4785-BFF4-56652D6A1DA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34521858"/>
              </p:ext>
            </p:extLst>
          </p:nvPr>
        </p:nvGraphicFramePr>
        <p:xfrm>
          <a:off x="704101" y="1905000"/>
          <a:ext cx="7735798" cy="3632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6446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2AA7715B-44B6-49E2-98C6-1A31BD578EA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>
                                            <p:graphicEl>
                                              <a:dgm id="{2AA7715B-44B6-49E2-98C6-1A31BD578EA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F441763E-D006-4D6F-9C60-60FDE79A935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7">
                                            <p:graphicEl>
                                              <a:dgm id="{F441763E-D006-4D6F-9C60-60FDE79A935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217BF80D-9739-43C1-9DC1-AEFE56D46BE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7">
                                            <p:graphicEl>
                                              <a:dgm id="{217BF80D-9739-43C1-9DC1-AEFE56D46BE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7A61423D-E515-49AE-B2A2-EEBE05518AA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7">
                                            <p:graphicEl>
                                              <a:dgm id="{7A61423D-E515-49AE-B2A2-EEBE05518AA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05D2253B-F273-4475-B992-3AB3BB9D12A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7">
                                            <p:graphicEl>
                                              <a:dgm id="{05D2253B-F273-4475-B992-3AB3BB9D12A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Sub>
          <a:bldDgm bld="one"/>
        </p:bldSub>
      </p:bldGraphic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BC1C57D-C811-47EC-8903-E45434AB8FF8}"/>
              </a:ext>
            </a:extLst>
          </p:cNvPr>
          <p:cNvSpPr txBox="1"/>
          <p:nvPr/>
        </p:nvSpPr>
        <p:spPr>
          <a:xfrm>
            <a:off x="419100" y="457200"/>
            <a:ext cx="7924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3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Dotum" pitchFamily="34" charset="-127"/>
                <a:cs typeface="Courier New" pitchFamily="49" charset="0"/>
              </a:defRPr>
            </a:lvl1pPr>
          </a:lstStyle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Operations - Example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439333" y="3276600"/>
          <a:ext cx="6781800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8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algn="l"/>
                      <a:endParaRPr lang="en-IN" sz="3200" b="1" dirty="0">
                        <a:solidFill>
                          <a:schemeClr val="tx1"/>
                        </a:solidFill>
                        <a:latin typeface="Lucida Calligraphy" pitchFamily="66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026" name="Picture 2" descr="Output stream">
            <a:extLst>
              <a:ext uri="{FF2B5EF4-FFF2-40B4-BE49-F238E27FC236}">
                <a16:creationId xmlns:a16="http://schemas.microsoft.com/office/drawing/2014/main" id="{1FFD7ACB-B9C1-4DA2-BDFB-1EA4D6EE8C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2354" y="1295400"/>
            <a:ext cx="5298291" cy="27528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D62E51D-ABC4-47B2-9B52-06CCB079EAB3}"/>
              </a:ext>
            </a:extLst>
          </p:cNvPr>
          <p:cNvSpPr txBox="1"/>
          <p:nvPr/>
        </p:nvSpPr>
        <p:spPr>
          <a:xfrm>
            <a:off x="1409700" y="4546937"/>
            <a:ext cx="63246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Creating a File -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https://onlinegdb.com/HJBgcXEDD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Reading a File - </a:t>
            </a:r>
            <a:r>
              <a:rPr lang="en-IN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https://onlinegdb.com/HJrR1VEPP</a:t>
            </a:r>
            <a:endParaRPr lang="en-IN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Writing a File -  </a:t>
            </a:r>
            <a:r>
              <a:rPr lang="en-IN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https://onlinegdb.com/SJA-ZEVww</a:t>
            </a:r>
            <a:r>
              <a:rPr lang="en-IN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en-IN" dirty="0"/>
          </a:p>
          <a:p>
            <a:r>
              <a:rPr lang="en-IN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767572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AA4B542-86E1-4DB1-8A2D-55D000327435}"/>
              </a:ext>
            </a:extLst>
          </p:cNvPr>
          <p:cNvSpPr/>
          <p:nvPr/>
        </p:nvSpPr>
        <p:spPr>
          <a:xfrm>
            <a:off x="990600" y="3167390"/>
            <a:ext cx="6784257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You!!!</a:t>
            </a:r>
          </a:p>
        </p:txBody>
      </p:sp>
    </p:spTree>
    <p:extLst>
      <p:ext uri="{BB962C8B-B14F-4D97-AF65-F5344CB8AC3E}">
        <p14:creationId xmlns:p14="http://schemas.microsoft.com/office/powerpoint/2010/main" val="14874070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5652</TotalTime>
  <Words>145</Words>
  <Application>Microsoft Office PowerPoint</Application>
  <PresentationFormat>On-screen Show (4:3)</PresentationFormat>
  <Paragraphs>39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Aetna Inc.  Logo</vt:lpstr>
      <vt:lpstr>Arial</vt:lpstr>
      <vt:lpstr>Arial Narrow</vt:lpstr>
      <vt:lpstr>Calibri</vt:lpstr>
      <vt:lpstr>Calibri Light</vt:lpstr>
      <vt:lpstr>Lucida Calligraphy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Ashok</dc:creator>
  <cp:lastModifiedBy>sindhu velu</cp:lastModifiedBy>
  <cp:revision>550</cp:revision>
  <dcterms:created xsi:type="dcterms:W3CDTF">2014-07-28T14:32:32Z</dcterms:created>
  <dcterms:modified xsi:type="dcterms:W3CDTF">2025-10-06T16:17:51Z</dcterms:modified>
</cp:coreProperties>
</file>