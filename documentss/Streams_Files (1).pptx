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1" r:id="rId1"/>
  </p:sldMasterIdLst>
  <p:notesMasterIdLst>
    <p:notesMasterId r:id="rId24"/>
  </p:notesMasterIdLst>
  <p:sldIdLst>
    <p:sldId id="361" r:id="rId2"/>
    <p:sldId id="611" r:id="rId3"/>
    <p:sldId id="612" r:id="rId4"/>
    <p:sldId id="500" r:id="rId5"/>
    <p:sldId id="608" r:id="rId6"/>
    <p:sldId id="613" r:id="rId7"/>
    <p:sldId id="614" r:id="rId8"/>
    <p:sldId id="615" r:id="rId9"/>
    <p:sldId id="616" r:id="rId10"/>
    <p:sldId id="617" r:id="rId11"/>
    <p:sldId id="618" r:id="rId12"/>
    <p:sldId id="619" r:id="rId13"/>
    <p:sldId id="620" r:id="rId14"/>
    <p:sldId id="621" r:id="rId15"/>
    <p:sldId id="622" r:id="rId16"/>
    <p:sldId id="623" r:id="rId17"/>
    <p:sldId id="624" r:id="rId18"/>
    <p:sldId id="625" r:id="rId19"/>
    <p:sldId id="626" r:id="rId20"/>
    <p:sldId id="627" r:id="rId21"/>
    <p:sldId id="469" r:id="rId22"/>
    <p:sldId id="470" r:id="rId23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25"/>
      <p:bold r:id="rId26"/>
      <p:italic r:id="rId27"/>
      <p:boldItalic r:id="rId28"/>
    </p:embeddedFont>
    <p:embeddedFont>
      <p:font typeface="Gabriola" panose="04040605051002020D02" pitchFamily="82" charset="0"/>
      <p:regular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  <p:embeddedFont>
      <p:font typeface="Tw Cen MT" panose="020B0602020104020603" pitchFamily="34" charset="0"/>
      <p:regular r:id="rId34"/>
      <p:bold r:id="rId35"/>
      <p:italic r:id="rId36"/>
      <p:boldItalic r:id="rId37"/>
    </p:embeddedFont>
    <p:embeddedFont>
      <p:font typeface="Tw Cen MT Condensed" panose="020B0606020104020203" pitchFamily="34" charset="0"/>
      <p:regular r:id="rId38"/>
      <p:bold r:id="rId39"/>
    </p:embeddedFont>
    <p:embeddedFont>
      <p:font typeface="Wingdings 3" panose="05040102010807070707" pitchFamily="18" charset="2"/>
      <p:regular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30D13D-CC54-42CA-80A2-EA0AA9723802}">
          <p14:sldIdLst>
            <p14:sldId id="361"/>
            <p14:sldId id="611"/>
            <p14:sldId id="612"/>
            <p14:sldId id="500"/>
            <p14:sldId id="608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EEABB4-E96A-F525-7785-741701FF2C4F}" name="sindhu velu" initials="sv" userId="e73eefcf208d109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F33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9CE9BC-1573-4205-BBA1-FD8FFCE50CAE}">
  <a:tblStyle styleId="{FD9CE9BC-1573-4205-BBA1-FD8FFCE50C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6131" autoAdjust="0"/>
  </p:normalViewPr>
  <p:slideViewPr>
    <p:cSldViewPr snapToGrid="0">
      <p:cViewPr varScale="1">
        <p:scale>
          <a:sx n="83" d="100"/>
          <a:sy n="83" d="100"/>
        </p:scale>
        <p:origin x="632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82AB29-6F0D-4565-A47B-1D87A133542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10F62F1-0176-4E1C-B84A-00DCFFC6C305}">
      <dgm:prSet phldrT="[Text]" phldr="0" custT="1"/>
      <dgm:spPr/>
      <dgm:t>
        <a:bodyPr/>
        <a:lstStyle/>
        <a:p>
          <a:r>
            <a:rPr lang="en-IN" sz="3200" dirty="0">
              <a:latin typeface="Book Antiqua" panose="02040602050305030304" pitchFamily="18" charset="0"/>
            </a:rPr>
            <a:t>Input Stream</a:t>
          </a:r>
        </a:p>
      </dgm:t>
    </dgm:pt>
    <dgm:pt modelId="{35BBC39D-2EDA-41F2-98F5-A7CF22B4686C}" type="parTrans" cxnId="{3021B78F-432A-4A78-8A40-873B010CCE9C}">
      <dgm:prSet/>
      <dgm:spPr/>
      <dgm:t>
        <a:bodyPr/>
        <a:lstStyle/>
        <a:p>
          <a:endParaRPr lang="en-IN"/>
        </a:p>
      </dgm:t>
    </dgm:pt>
    <dgm:pt modelId="{61EFF22D-9F14-4EDA-AC6A-335F786FCB52}" type="sibTrans" cxnId="{3021B78F-432A-4A78-8A40-873B010CCE9C}">
      <dgm:prSet/>
      <dgm:spPr/>
      <dgm:t>
        <a:bodyPr/>
        <a:lstStyle/>
        <a:p>
          <a:endParaRPr lang="en-IN"/>
        </a:p>
      </dgm:t>
    </dgm:pt>
    <dgm:pt modelId="{09C66C8A-4593-4F03-8712-A878763DF402}">
      <dgm:prSet phldrT="[Text]" phldr="0" custT="1"/>
      <dgm:spPr/>
      <dgm:t>
        <a:bodyPr/>
        <a:lstStyle/>
        <a:p>
          <a:r>
            <a:rPr lang="en-IN" sz="3200" dirty="0">
              <a:latin typeface="Book Antiqua" panose="02040602050305030304" pitchFamily="18" charset="0"/>
            </a:rPr>
            <a:t>Output Stream</a:t>
          </a:r>
        </a:p>
      </dgm:t>
    </dgm:pt>
    <dgm:pt modelId="{102F27B0-1BB8-43EB-94D5-6CDB31EA91A0}" type="parTrans" cxnId="{BDE2ABDE-449A-4D69-9984-4DDA73C17E12}">
      <dgm:prSet/>
      <dgm:spPr/>
      <dgm:t>
        <a:bodyPr/>
        <a:lstStyle/>
        <a:p>
          <a:endParaRPr lang="en-IN"/>
        </a:p>
      </dgm:t>
    </dgm:pt>
    <dgm:pt modelId="{12C006F7-36CA-432A-A400-4BD913749633}" type="sibTrans" cxnId="{BDE2ABDE-449A-4D69-9984-4DDA73C17E12}">
      <dgm:prSet/>
      <dgm:spPr/>
      <dgm:t>
        <a:bodyPr/>
        <a:lstStyle/>
        <a:p>
          <a:endParaRPr lang="en-IN"/>
        </a:p>
      </dgm:t>
    </dgm:pt>
    <dgm:pt modelId="{FB820B53-C5FF-478E-A0DA-5663965E4ADE}" type="pres">
      <dgm:prSet presAssocID="{E182AB29-6F0D-4565-A47B-1D87A1335422}" presName="Name0" presStyleCnt="0">
        <dgm:presLayoutVars>
          <dgm:chMax val="7"/>
          <dgm:chPref val="7"/>
          <dgm:dir/>
        </dgm:presLayoutVars>
      </dgm:prSet>
      <dgm:spPr/>
    </dgm:pt>
    <dgm:pt modelId="{D6BFDEFB-4D52-4A38-B3F9-64052C24110E}" type="pres">
      <dgm:prSet presAssocID="{E182AB29-6F0D-4565-A47B-1D87A1335422}" presName="Name1" presStyleCnt="0"/>
      <dgm:spPr/>
    </dgm:pt>
    <dgm:pt modelId="{683EF4AF-73AD-4B49-B647-98A1B4041A25}" type="pres">
      <dgm:prSet presAssocID="{E182AB29-6F0D-4565-A47B-1D87A1335422}" presName="cycle" presStyleCnt="0"/>
      <dgm:spPr/>
    </dgm:pt>
    <dgm:pt modelId="{6AA3644A-57B5-4913-AC89-C82CA879BFE6}" type="pres">
      <dgm:prSet presAssocID="{E182AB29-6F0D-4565-A47B-1D87A1335422}" presName="srcNode" presStyleLbl="node1" presStyleIdx="0" presStyleCnt="2"/>
      <dgm:spPr/>
    </dgm:pt>
    <dgm:pt modelId="{E75F10DF-BABB-4CD3-9541-3E8DF61D948F}" type="pres">
      <dgm:prSet presAssocID="{E182AB29-6F0D-4565-A47B-1D87A1335422}" presName="conn" presStyleLbl="parChTrans1D2" presStyleIdx="0" presStyleCnt="1"/>
      <dgm:spPr/>
    </dgm:pt>
    <dgm:pt modelId="{448C5F88-1123-48E8-A9A1-584C1967D758}" type="pres">
      <dgm:prSet presAssocID="{E182AB29-6F0D-4565-A47B-1D87A1335422}" presName="extraNode" presStyleLbl="node1" presStyleIdx="0" presStyleCnt="2"/>
      <dgm:spPr/>
    </dgm:pt>
    <dgm:pt modelId="{91E9D0EE-477B-40A6-B93A-ACA066DC3EAA}" type="pres">
      <dgm:prSet presAssocID="{E182AB29-6F0D-4565-A47B-1D87A1335422}" presName="dstNode" presStyleLbl="node1" presStyleIdx="0" presStyleCnt="2"/>
      <dgm:spPr/>
    </dgm:pt>
    <dgm:pt modelId="{24BD425D-8640-475D-8824-E46B3F7A6C45}" type="pres">
      <dgm:prSet presAssocID="{510F62F1-0176-4E1C-B84A-00DCFFC6C305}" presName="text_1" presStyleLbl="node1" presStyleIdx="0" presStyleCnt="2">
        <dgm:presLayoutVars>
          <dgm:bulletEnabled val="1"/>
        </dgm:presLayoutVars>
      </dgm:prSet>
      <dgm:spPr/>
    </dgm:pt>
    <dgm:pt modelId="{B9A5C568-9228-4F98-8D76-E86136078F15}" type="pres">
      <dgm:prSet presAssocID="{510F62F1-0176-4E1C-B84A-00DCFFC6C305}" presName="accent_1" presStyleCnt="0"/>
      <dgm:spPr/>
    </dgm:pt>
    <dgm:pt modelId="{F84C49AF-A573-45FF-AE15-CC421E3CE53F}" type="pres">
      <dgm:prSet presAssocID="{510F62F1-0176-4E1C-B84A-00DCFFC6C305}" presName="accentRepeatNode" presStyleLbl="solidFgAcc1" presStyleIdx="0" presStyleCnt="2"/>
      <dgm:spPr/>
    </dgm:pt>
    <dgm:pt modelId="{A7FC2492-31A0-40C6-968A-840A5C2812DA}" type="pres">
      <dgm:prSet presAssocID="{09C66C8A-4593-4F03-8712-A878763DF402}" presName="text_2" presStyleLbl="node1" presStyleIdx="1" presStyleCnt="2">
        <dgm:presLayoutVars>
          <dgm:bulletEnabled val="1"/>
        </dgm:presLayoutVars>
      </dgm:prSet>
      <dgm:spPr/>
    </dgm:pt>
    <dgm:pt modelId="{09448D33-8650-4C97-891B-3573AAB117E4}" type="pres">
      <dgm:prSet presAssocID="{09C66C8A-4593-4F03-8712-A878763DF402}" presName="accent_2" presStyleCnt="0"/>
      <dgm:spPr/>
    </dgm:pt>
    <dgm:pt modelId="{177A9AF8-0453-4200-AA4B-377FE08C5766}" type="pres">
      <dgm:prSet presAssocID="{09C66C8A-4593-4F03-8712-A878763DF402}" presName="accentRepeatNode" presStyleLbl="solidFgAcc1" presStyleIdx="1" presStyleCnt="2"/>
      <dgm:spPr/>
    </dgm:pt>
  </dgm:ptLst>
  <dgm:cxnLst>
    <dgm:cxn modelId="{2EDD0221-3437-4227-AF6B-53F3821B1172}" type="presOf" srcId="{09C66C8A-4593-4F03-8712-A878763DF402}" destId="{A7FC2492-31A0-40C6-968A-840A5C2812DA}" srcOrd="0" destOrd="0" presId="urn:microsoft.com/office/officeart/2008/layout/VerticalCurvedList"/>
    <dgm:cxn modelId="{5ED43529-6201-4DA8-8652-20797136C7B7}" type="presOf" srcId="{61EFF22D-9F14-4EDA-AC6A-335F786FCB52}" destId="{E75F10DF-BABB-4CD3-9541-3E8DF61D948F}" srcOrd="0" destOrd="0" presId="urn:microsoft.com/office/officeart/2008/layout/VerticalCurvedList"/>
    <dgm:cxn modelId="{9209955A-3E3B-4EDD-A88F-EACEE44A1542}" type="presOf" srcId="{510F62F1-0176-4E1C-B84A-00DCFFC6C305}" destId="{24BD425D-8640-475D-8824-E46B3F7A6C45}" srcOrd="0" destOrd="0" presId="urn:microsoft.com/office/officeart/2008/layout/VerticalCurvedList"/>
    <dgm:cxn modelId="{3021B78F-432A-4A78-8A40-873B010CCE9C}" srcId="{E182AB29-6F0D-4565-A47B-1D87A1335422}" destId="{510F62F1-0176-4E1C-B84A-00DCFFC6C305}" srcOrd="0" destOrd="0" parTransId="{35BBC39D-2EDA-41F2-98F5-A7CF22B4686C}" sibTransId="{61EFF22D-9F14-4EDA-AC6A-335F786FCB52}"/>
    <dgm:cxn modelId="{EA197BCD-93FA-4196-8AC7-CE23B4F8E6A4}" type="presOf" srcId="{E182AB29-6F0D-4565-A47B-1D87A1335422}" destId="{FB820B53-C5FF-478E-A0DA-5663965E4ADE}" srcOrd="0" destOrd="0" presId="urn:microsoft.com/office/officeart/2008/layout/VerticalCurvedList"/>
    <dgm:cxn modelId="{BDE2ABDE-449A-4D69-9984-4DDA73C17E12}" srcId="{E182AB29-6F0D-4565-A47B-1D87A1335422}" destId="{09C66C8A-4593-4F03-8712-A878763DF402}" srcOrd="1" destOrd="0" parTransId="{102F27B0-1BB8-43EB-94D5-6CDB31EA91A0}" sibTransId="{12C006F7-36CA-432A-A400-4BD913749633}"/>
    <dgm:cxn modelId="{E2BCD154-9797-4F27-8E39-E41773BE7DE2}" type="presParOf" srcId="{FB820B53-C5FF-478E-A0DA-5663965E4ADE}" destId="{D6BFDEFB-4D52-4A38-B3F9-64052C24110E}" srcOrd="0" destOrd="0" presId="urn:microsoft.com/office/officeart/2008/layout/VerticalCurvedList"/>
    <dgm:cxn modelId="{75F54B07-F53E-4FDC-94DB-3729AFB0B038}" type="presParOf" srcId="{D6BFDEFB-4D52-4A38-B3F9-64052C24110E}" destId="{683EF4AF-73AD-4B49-B647-98A1B4041A25}" srcOrd="0" destOrd="0" presId="urn:microsoft.com/office/officeart/2008/layout/VerticalCurvedList"/>
    <dgm:cxn modelId="{AC84B0ED-6A74-475A-B132-291671393A54}" type="presParOf" srcId="{683EF4AF-73AD-4B49-B647-98A1B4041A25}" destId="{6AA3644A-57B5-4913-AC89-C82CA879BFE6}" srcOrd="0" destOrd="0" presId="urn:microsoft.com/office/officeart/2008/layout/VerticalCurvedList"/>
    <dgm:cxn modelId="{4724B08C-A0A1-4BAB-ABF9-B5AFF994D273}" type="presParOf" srcId="{683EF4AF-73AD-4B49-B647-98A1B4041A25}" destId="{E75F10DF-BABB-4CD3-9541-3E8DF61D948F}" srcOrd="1" destOrd="0" presId="urn:microsoft.com/office/officeart/2008/layout/VerticalCurvedList"/>
    <dgm:cxn modelId="{EB8BB3C6-A7E1-48A8-A14F-01515A77C9A2}" type="presParOf" srcId="{683EF4AF-73AD-4B49-B647-98A1B4041A25}" destId="{448C5F88-1123-48E8-A9A1-584C1967D758}" srcOrd="2" destOrd="0" presId="urn:microsoft.com/office/officeart/2008/layout/VerticalCurvedList"/>
    <dgm:cxn modelId="{4288434B-F152-4C45-98B8-B6FCA9DAA9E2}" type="presParOf" srcId="{683EF4AF-73AD-4B49-B647-98A1B4041A25}" destId="{91E9D0EE-477B-40A6-B93A-ACA066DC3EAA}" srcOrd="3" destOrd="0" presId="urn:microsoft.com/office/officeart/2008/layout/VerticalCurvedList"/>
    <dgm:cxn modelId="{714A55C3-6B27-4EC2-9870-EA12A48240A4}" type="presParOf" srcId="{D6BFDEFB-4D52-4A38-B3F9-64052C24110E}" destId="{24BD425D-8640-475D-8824-E46B3F7A6C45}" srcOrd="1" destOrd="0" presId="urn:microsoft.com/office/officeart/2008/layout/VerticalCurvedList"/>
    <dgm:cxn modelId="{E9917A65-223A-4AE0-89C8-546A5F6A2D80}" type="presParOf" srcId="{D6BFDEFB-4D52-4A38-B3F9-64052C24110E}" destId="{B9A5C568-9228-4F98-8D76-E86136078F15}" srcOrd="2" destOrd="0" presId="urn:microsoft.com/office/officeart/2008/layout/VerticalCurvedList"/>
    <dgm:cxn modelId="{400119EC-2E77-4F9E-8E9A-7183C2661719}" type="presParOf" srcId="{B9A5C568-9228-4F98-8D76-E86136078F15}" destId="{F84C49AF-A573-45FF-AE15-CC421E3CE53F}" srcOrd="0" destOrd="0" presId="urn:microsoft.com/office/officeart/2008/layout/VerticalCurvedList"/>
    <dgm:cxn modelId="{F93BDF53-919E-4B99-AC6D-4C79498154DD}" type="presParOf" srcId="{D6BFDEFB-4D52-4A38-B3F9-64052C24110E}" destId="{A7FC2492-31A0-40C6-968A-840A5C2812DA}" srcOrd="3" destOrd="0" presId="urn:microsoft.com/office/officeart/2008/layout/VerticalCurvedList"/>
    <dgm:cxn modelId="{03D01163-179F-484C-A01A-A5B23D600413}" type="presParOf" srcId="{D6BFDEFB-4D52-4A38-B3F9-64052C24110E}" destId="{09448D33-8650-4C97-891B-3573AAB117E4}" srcOrd="4" destOrd="0" presId="urn:microsoft.com/office/officeart/2008/layout/VerticalCurvedList"/>
    <dgm:cxn modelId="{64C640DE-2B7A-4332-B617-AC1CC4553EBF}" type="presParOf" srcId="{09448D33-8650-4C97-891B-3573AAB117E4}" destId="{177A9AF8-0453-4200-AA4B-377FE08C57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2AB29-6F0D-4565-A47B-1D87A133542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510F62F1-0176-4E1C-B84A-00DCFFC6C305}">
      <dgm:prSet phldrT="[Text]" phldr="0" custT="1"/>
      <dgm:spPr/>
      <dgm:t>
        <a:bodyPr/>
        <a:lstStyle/>
        <a:p>
          <a:r>
            <a:rPr lang="en-IN" sz="3200" dirty="0">
              <a:latin typeface="Book Antiqua" panose="02040602050305030304" pitchFamily="18" charset="0"/>
            </a:rPr>
            <a:t>Reader</a:t>
          </a:r>
        </a:p>
      </dgm:t>
    </dgm:pt>
    <dgm:pt modelId="{35BBC39D-2EDA-41F2-98F5-A7CF22B4686C}" type="parTrans" cxnId="{3021B78F-432A-4A78-8A40-873B010CCE9C}">
      <dgm:prSet/>
      <dgm:spPr/>
      <dgm:t>
        <a:bodyPr/>
        <a:lstStyle/>
        <a:p>
          <a:endParaRPr lang="en-IN"/>
        </a:p>
      </dgm:t>
    </dgm:pt>
    <dgm:pt modelId="{61EFF22D-9F14-4EDA-AC6A-335F786FCB52}" type="sibTrans" cxnId="{3021B78F-432A-4A78-8A40-873B010CCE9C}">
      <dgm:prSet/>
      <dgm:spPr/>
      <dgm:t>
        <a:bodyPr/>
        <a:lstStyle/>
        <a:p>
          <a:endParaRPr lang="en-IN"/>
        </a:p>
      </dgm:t>
    </dgm:pt>
    <dgm:pt modelId="{09C66C8A-4593-4F03-8712-A878763DF402}">
      <dgm:prSet phldrT="[Text]" phldr="0" custT="1"/>
      <dgm:spPr/>
      <dgm:t>
        <a:bodyPr/>
        <a:lstStyle/>
        <a:p>
          <a:r>
            <a:rPr lang="en-IN" sz="3200" dirty="0">
              <a:latin typeface="Book Antiqua" panose="02040602050305030304" pitchFamily="18" charset="0"/>
            </a:rPr>
            <a:t>Writer</a:t>
          </a:r>
        </a:p>
      </dgm:t>
    </dgm:pt>
    <dgm:pt modelId="{102F27B0-1BB8-43EB-94D5-6CDB31EA91A0}" type="parTrans" cxnId="{BDE2ABDE-449A-4D69-9984-4DDA73C17E12}">
      <dgm:prSet/>
      <dgm:spPr/>
      <dgm:t>
        <a:bodyPr/>
        <a:lstStyle/>
        <a:p>
          <a:endParaRPr lang="en-IN"/>
        </a:p>
      </dgm:t>
    </dgm:pt>
    <dgm:pt modelId="{12C006F7-36CA-432A-A400-4BD913749633}" type="sibTrans" cxnId="{BDE2ABDE-449A-4D69-9984-4DDA73C17E12}">
      <dgm:prSet/>
      <dgm:spPr/>
      <dgm:t>
        <a:bodyPr/>
        <a:lstStyle/>
        <a:p>
          <a:endParaRPr lang="en-IN"/>
        </a:p>
      </dgm:t>
    </dgm:pt>
    <dgm:pt modelId="{FB820B53-C5FF-478E-A0DA-5663965E4ADE}" type="pres">
      <dgm:prSet presAssocID="{E182AB29-6F0D-4565-A47B-1D87A1335422}" presName="Name0" presStyleCnt="0">
        <dgm:presLayoutVars>
          <dgm:chMax val="7"/>
          <dgm:chPref val="7"/>
          <dgm:dir/>
        </dgm:presLayoutVars>
      </dgm:prSet>
      <dgm:spPr/>
    </dgm:pt>
    <dgm:pt modelId="{D6BFDEFB-4D52-4A38-B3F9-64052C24110E}" type="pres">
      <dgm:prSet presAssocID="{E182AB29-6F0D-4565-A47B-1D87A1335422}" presName="Name1" presStyleCnt="0"/>
      <dgm:spPr/>
    </dgm:pt>
    <dgm:pt modelId="{683EF4AF-73AD-4B49-B647-98A1B4041A25}" type="pres">
      <dgm:prSet presAssocID="{E182AB29-6F0D-4565-A47B-1D87A1335422}" presName="cycle" presStyleCnt="0"/>
      <dgm:spPr/>
    </dgm:pt>
    <dgm:pt modelId="{6AA3644A-57B5-4913-AC89-C82CA879BFE6}" type="pres">
      <dgm:prSet presAssocID="{E182AB29-6F0D-4565-A47B-1D87A1335422}" presName="srcNode" presStyleLbl="node1" presStyleIdx="0" presStyleCnt="2"/>
      <dgm:spPr/>
    </dgm:pt>
    <dgm:pt modelId="{E75F10DF-BABB-4CD3-9541-3E8DF61D948F}" type="pres">
      <dgm:prSet presAssocID="{E182AB29-6F0D-4565-A47B-1D87A1335422}" presName="conn" presStyleLbl="parChTrans1D2" presStyleIdx="0" presStyleCnt="1"/>
      <dgm:spPr/>
    </dgm:pt>
    <dgm:pt modelId="{448C5F88-1123-48E8-A9A1-584C1967D758}" type="pres">
      <dgm:prSet presAssocID="{E182AB29-6F0D-4565-A47B-1D87A1335422}" presName="extraNode" presStyleLbl="node1" presStyleIdx="0" presStyleCnt="2"/>
      <dgm:spPr/>
    </dgm:pt>
    <dgm:pt modelId="{91E9D0EE-477B-40A6-B93A-ACA066DC3EAA}" type="pres">
      <dgm:prSet presAssocID="{E182AB29-6F0D-4565-A47B-1D87A1335422}" presName="dstNode" presStyleLbl="node1" presStyleIdx="0" presStyleCnt="2"/>
      <dgm:spPr/>
    </dgm:pt>
    <dgm:pt modelId="{24BD425D-8640-475D-8824-E46B3F7A6C45}" type="pres">
      <dgm:prSet presAssocID="{510F62F1-0176-4E1C-B84A-00DCFFC6C305}" presName="text_1" presStyleLbl="node1" presStyleIdx="0" presStyleCnt="2">
        <dgm:presLayoutVars>
          <dgm:bulletEnabled val="1"/>
        </dgm:presLayoutVars>
      </dgm:prSet>
      <dgm:spPr/>
    </dgm:pt>
    <dgm:pt modelId="{B9A5C568-9228-4F98-8D76-E86136078F15}" type="pres">
      <dgm:prSet presAssocID="{510F62F1-0176-4E1C-B84A-00DCFFC6C305}" presName="accent_1" presStyleCnt="0"/>
      <dgm:spPr/>
    </dgm:pt>
    <dgm:pt modelId="{F84C49AF-A573-45FF-AE15-CC421E3CE53F}" type="pres">
      <dgm:prSet presAssocID="{510F62F1-0176-4E1C-B84A-00DCFFC6C305}" presName="accentRepeatNode" presStyleLbl="solidFgAcc1" presStyleIdx="0" presStyleCnt="2"/>
      <dgm:spPr/>
    </dgm:pt>
    <dgm:pt modelId="{A7FC2492-31A0-40C6-968A-840A5C2812DA}" type="pres">
      <dgm:prSet presAssocID="{09C66C8A-4593-4F03-8712-A878763DF402}" presName="text_2" presStyleLbl="node1" presStyleIdx="1" presStyleCnt="2">
        <dgm:presLayoutVars>
          <dgm:bulletEnabled val="1"/>
        </dgm:presLayoutVars>
      </dgm:prSet>
      <dgm:spPr/>
    </dgm:pt>
    <dgm:pt modelId="{09448D33-8650-4C97-891B-3573AAB117E4}" type="pres">
      <dgm:prSet presAssocID="{09C66C8A-4593-4F03-8712-A878763DF402}" presName="accent_2" presStyleCnt="0"/>
      <dgm:spPr/>
    </dgm:pt>
    <dgm:pt modelId="{177A9AF8-0453-4200-AA4B-377FE08C5766}" type="pres">
      <dgm:prSet presAssocID="{09C66C8A-4593-4F03-8712-A878763DF402}" presName="accentRepeatNode" presStyleLbl="solidFgAcc1" presStyleIdx="1" presStyleCnt="2"/>
      <dgm:spPr/>
    </dgm:pt>
  </dgm:ptLst>
  <dgm:cxnLst>
    <dgm:cxn modelId="{2EDD0221-3437-4227-AF6B-53F3821B1172}" type="presOf" srcId="{09C66C8A-4593-4F03-8712-A878763DF402}" destId="{A7FC2492-31A0-40C6-968A-840A5C2812DA}" srcOrd="0" destOrd="0" presId="urn:microsoft.com/office/officeart/2008/layout/VerticalCurvedList"/>
    <dgm:cxn modelId="{5ED43529-6201-4DA8-8652-20797136C7B7}" type="presOf" srcId="{61EFF22D-9F14-4EDA-AC6A-335F786FCB52}" destId="{E75F10DF-BABB-4CD3-9541-3E8DF61D948F}" srcOrd="0" destOrd="0" presId="urn:microsoft.com/office/officeart/2008/layout/VerticalCurvedList"/>
    <dgm:cxn modelId="{9209955A-3E3B-4EDD-A88F-EACEE44A1542}" type="presOf" srcId="{510F62F1-0176-4E1C-B84A-00DCFFC6C305}" destId="{24BD425D-8640-475D-8824-E46B3F7A6C45}" srcOrd="0" destOrd="0" presId="urn:microsoft.com/office/officeart/2008/layout/VerticalCurvedList"/>
    <dgm:cxn modelId="{3021B78F-432A-4A78-8A40-873B010CCE9C}" srcId="{E182AB29-6F0D-4565-A47B-1D87A1335422}" destId="{510F62F1-0176-4E1C-B84A-00DCFFC6C305}" srcOrd="0" destOrd="0" parTransId="{35BBC39D-2EDA-41F2-98F5-A7CF22B4686C}" sibTransId="{61EFF22D-9F14-4EDA-AC6A-335F786FCB52}"/>
    <dgm:cxn modelId="{EA197BCD-93FA-4196-8AC7-CE23B4F8E6A4}" type="presOf" srcId="{E182AB29-6F0D-4565-A47B-1D87A1335422}" destId="{FB820B53-C5FF-478E-A0DA-5663965E4ADE}" srcOrd="0" destOrd="0" presId="urn:microsoft.com/office/officeart/2008/layout/VerticalCurvedList"/>
    <dgm:cxn modelId="{BDE2ABDE-449A-4D69-9984-4DDA73C17E12}" srcId="{E182AB29-6F0D-4565-A47B-1D87A1335422}" destId="{09C66C8A-4593-4F03-8712-A878763DF402}" srcOrd="1" destOrd="0" parTransId="{102F27B0-1BB8-43EB-94D5-6CDB31EA91A0}" sibTransId="{12C006F7-36CA-432A-A400-4BD913749633}"/>
    <dgm:cxn modelId="{E2BCD154-9797-4F27-8E39-E41773BE7DE2}" type="presParOf" srcId="{FB820B53-C5FF-478E-A0DA-5663965E4ADE}" destId="{D6BFDEFB-4D52-4A38-B3F9-64052C24110E}" srcOrd="0" destOrd="0" presId="urn:microsoft.com/office/officeart/2008/layout/VerticalCurvedList"/>
    <dgm:cxn modelId="{75F54B07-F53E-4FDC-94DB-3729AFB0B038}" type="presParOf" srcId="{D6BFDEFB-4D52-4A38-B3F9-64052C24110E}" destId="{683EF4AF-73AD-4B49-B647-98A1B4041A25}" srcOrd="0" destOrd="0" presId="urn:microsoft.com/office/officeart/2008/layout/VerticalCurvedList"/>
    <dgm:cxn modelId="{AC84B0ED-6A74-475A-B132-291671393A54}" type="presParOf" srcId="{683EF4AF-73AD-4B49-B647-98A1B4041A25}" destId="{6AA3644A-57B5-4913-AC89-C82CA879BFE6}" srcOrd="0" destOrd="0" presId="urn:microsoft.com/office/officeart/2008/layout/VerticalCurvedList"/>
    <dgm:cxn modelId="{4724B08C-A0A1-4BAB-ABF9-B5AFF994D273}" type="presParOf" srcId="{683EF4AF-73AD-4B49-B647-98A1B4041A25}" destId="{E75F10DF-BABB-4CD3-9541-3E8DF61D948F}" srcOrd="1" destOrd="0" presId="urn:microsoft.com/office/officeart/2008/layout/VerticalCurvedList"/>
    <dgm:cxn modelId="{EB8BB3C6-A7E1-48A8-A14F-01515A77C9A2}" type="presParOf" srcId="{683EF4AF-73AD-4B49-B647-98A1B4041A25}" destId="{448C5F88-1123-48E8-A9A1-584C1967D758}" srcOrd="2" destOrd="0" presId="urn:microsoft.com/office/officeart/2008/layout/VerticalCurvedList"/>
    <dgm:cxn modelId="{4288434B-F152-4C45-98B8-B6FCA9DAA9E2}" type="presParOf" srcId="{683EF4AF-73AD-4B49-B647-98A1B4041A25}" destId="{91E9D0EE-477B-40A6-B93A-ACA066DC3EAA}" srcOrd="3" destOrd="0" presId="urn:microsoft.com/office/officeart/2008/layout/VerticalCurvedList"/>
    <dgm:cxn modelId="{714A55C3-6B27-4EC2-9870-EA12A48240A4}" type="presParOf" srcId="{D6BFDEFB-4D52-4A38-B3F9-64052C24110E}" destId="{24BD425D-8640-475D-8824-E46B3F7A6C45}" srcOrd="1" destOrd="0" presId="urn:microsoft.com/office/officeart/2008/layout/VerticalCurvedList"/>
    <dgm:cxn modelId="{E9917A65-223A-4AE0-89C8-546A5F6A2D80}" type="presParOf" srcId="{D6BFDEFB-4D52-4A38-B3F9-64052C24110E}" destId="{B9A5C568-9228-4F98-8D76-E86136078F15}" srcOrd="2" destOrd="0" presId="urn:microsoft.com/office/officeart/2008/layout/VerticalCurvedList"/>
    <dgm:cxn modelId="{400119EC-2E77-4F9E-8E9A-7183C2661719}" type="presParOf" srcId="{B9A5C568-9228-4F98-8D76-E86136078F15}" destId="{F84C49AF-A573-45FF-AE15-CC421E3CE53F}" srcOrd="0" destOrd="0" presId="urn:microsoft.com/office/officeart/2008/layout/VerticalCurvedList"/>
    <dgm:cxn modelId="{F93BDF53-919E-4B99-AC6D-4C79498154DD}" type="presParOf" srcId="{D6BFDEFB-4D52-4A38-B3F9-64052C24110E}" destId="{A7FC2492-31A0-40C6-968A-840A5C2812DA}" srcOrd="3" destOrd="0" presId="urn:microsoft.com/office/officeart/2008/layout/VerticalCurvedList"/>
    <dgm:cxn modelId="{03D01163-179F-484C-A01A-A5B23D600413}" type="presParOf" srcId="{D6BFDEFB-4D52-4A38-B3F9-64052C24110E}" destId="{09448D33-8650-4C97-891B-3573AAB117E4}" srcOrd="4" destOrd="0" presId="urn:microsoft.com/office/officeart/2008/layout/VerticalCurvedList"/>
    <dgm:cxn modelId="{64C640DE-2B7A-4332-B617-AC1CC4553EBF}" type="presParOf" srcId="{09448D33-8650-4C97-891B-3573AAB117E4}" destId="{177A9AF8-0453-4200-AA4B-377FE08C57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8E3DF0-EECF-4A2D-A9E3-144D9BD6C53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B3A44E5-38B4-4D35-9695-1797DA4F851D}">
      <dgm:prSet phldrT="[Text]" phldr="0" custT="1"/>
      <dgm:spPr/>
      <dgm:t>
        <a:bodyPr/>
        <a:lstStyle/>
        <a:p>
          <a:r>
            <a:rPr lang="en-IN" sz="3200" dirty="0">
              <a:latin typeface="Book Antiqua" panose="02040602050305030304" pitchFamily="18" charset="0"/>
            </a:rPr>
            <a:t>Scanner</a:t>
          </a:r>
        </a:p>
      </dgm:t>
    </dgm:pt>
    <dgm:pt modelId="{4DC12594-5E3B-4A9B-9418-A00CF9057FC3}" type="parTrans" cxnId="{A9256829-BAF4-41E2-B20B-CE6A4EC3B899}">
      <dgm:prSet/>
      <dgm:spPr/>
      <dgm:t>
        <a:bodyPr/>
        <a:lstStyle/>
        <a:p>
          <a:endParaRPr lang="en-IN"/>
        </a:p>
      </dgm:t>
    </dgm:pt>
    <dgm:pt modelId="{A2AD7A3B-3A23-42AF-AAEC-57685354A3A8}" type="sibTrans" cxnId="{A9256829-BAF4-41E2-B20B-CE6A4EC3B899}">
      <dgm:prSet/>
      <dgm:spPr/>
      <dgm:t>
        <a:bodyPr/>
        <a:lstStyle/>
        <a:p>
          <a:endParaRPr lang="en-IN"/>
        </a:p>
      </dgm:t>
    </dgm:pt>
    <dgm:pt modelId="{966D236C-2E1D-4CD0-A379-EF406D17BC4E}">
      <dgm:prSet phldrT="[Text]" phldr="0" custT="1"/>
      <dgm:spPr/>
      <dgm:t>
        <a:bodyPr/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 err="1">
              <a:solidFill>
                <a:prstClr val="white"/>
              </a:solidFill>
              <a:latin typeface="Book Antiqua" panose="02040602050305030304" pitchFamily="18" charset="0"/>
              <a:ea typeface="+mn-ea"/>
              <a:cs typeface="+mn-cs"/>
            </a:rPr>
            <a:t>BufferedReader</a:t>
          </a:r>
          <a:endParaRPr lang="en-IN" sz="3200" kern="1200" dirty="0">
            <a:solidFill>
              <a:prstClr val="white"/>
            </a:solidFill>
            <a:latin typeface="Book Antiqua" panose="02040602050305030304" pitchFamily="18" charset="0"/>
            <a:ea typeface="+mn-ea"/>
            <a:cs typeface="+mn-cs"/>
          </a:endParaRPr>
        </a:p>
      </dgm:t>
    </dgm:pt>
    <dgm:pt modelId="{CC67A571-F44B-471B-86AF-891C80960EBF}" type="parTrans" cxnId="{4CD28EB1-8A0D-44A4-80B2-76FFDDC72A54}">
      <dgm:prSet/>
      <dgm:spPr/>
      <dgm:t>
        <a:bodyPr/>
        <a:lstStyle/>
        <a:p>
          <a:endParaRPr lang="en-IN"/>
        </a:p>
      </dgm:t>
    </dgm:pt>
    <dgm:pt modelId="{E7A42E97-9B55-43F1-9324-EF8D1396AA5C}" type="sibTrans" cxnId="{4CD28EB1-8A0D-44A4-80B2-76FFDDC72A54}">
      <dgm:prSet/>
      <dgm:spPr/>
      <dgm:t>
        <a:bodyPr/>
        <a:lstStyle/>
        <a:p>
          <a:endParaRPr lang="en-IN"/>
        </a:p>
      </dgm:t>
    </dgm:pt>
    <dgm:pt modelId="{55108D47-A079-4B53-A078-DE37FCF3ADC4}">
      <dgm:prSet phldrT="[Text]" phldr="0" custT="1"/>
      <dgm:spPr/>
      <dgm:t>
        <a:bodyPr/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prstClr val="white"/>
              </a:solidFill>
              <a:latin typeface="Book Antiqua" panose="02040602050305030304" pitchFamily="18" charset="0"/>
              <a:ea typeface="+mn-ea"/>
              <a:cs typeface="+mn-cs"/>
            </a:rPr>
            <a:t>Console</a:t>
          </a:r>
        </a:p>
      </dgm:t>
    </dgm:pt>
    <dgm:pt modelId="{8A526013-82DC-49FB-97D7-5F4FC692D204}" type="parTrans" cxnId="{CB713D9B-AA72-4C13-B9E9-CFA5CC6E5D9E}">
      <dgm:prSet/>
      <dgm:spPr/>
      <dgm:t>
        <a:bodyPr/>
        <a:lstStyle/>
        <a:p>
          <a:endParaRPr lang="en-IN"/>
        </a:p>
      </dgm:t>
    </dgm:pt>
    <dgm:pt modelId="{AC772BDD-5D4F-4F9B-97AC-9A8791B31B95}" type="sibTrans" cxnId="{CB713D9B-AA72-4C13-B9E9-CFA5CC6E5D9E}">
      <dgm:prSet/>
      <dgm:spPr/>
      <dgm:t>
        <a:bodyPr/>
        <a:lstStyle/>
        <a:p>
          <a:endParaRPr lang="en-IN"/>
        </a:p>
      </dgm:t>
    </dgm:pt>
    <dgm:pt modelId="{84730642-A7B8-4368-93EC-8454B41C5F61}" type="pres">
      <dgm:prSet presAssocID="{0A8E3DF0-EECF-4A2D-A9E3-144D9BD6C53D}" presName="Name0" presStyleCnt="0">
        <dgm:presLayoutVars>
          <dgm:chMax val="7"/>
          <dgm:chPref val="7"/>
          <dgm:dir/>
        </dgm:presLayoutVars>
      </dgm:prSet>
      <dgm:spPr/>
    </dgm:pt>
    <dgm:pt modelId="{FA2FCCB9-347D-403B-8E14-781F4E9006AF}" type="pres">
      <dgm:prSet presAssocID="{0A8E3DF0-EECF-4A2D-A9E3-144D9BD6C53D}" presName="Name1" presStyleCnt="0"/>
      <dgm:spPr/>
    </dgm:pt>
    <dgm:pt modelId="{055FBF9D-EA70-48DB-B034-DDFF999016D1}" type="pres">
      <dgm:prSet presAssocID="{0A8E3DF0-EECF-4A2D-A9E3-144D9BD6C53D}" presName="cycle" presStyleCnt="0"/>
      <dgm:spPr/>
    </dgm:pt>
    <dgm:pt modelId="{20B8727E-8F66-4B0B-8498-08C3C28A2FF5}" type="pres">
      <dgm:prSet presAssocID="{0A8E3DF0-EECF-4A2D-A9E3-144D9BD6C53D}" presName="srcNode" presStyleLbl="node1" presStyleIdx="0" presStyleCnt="3"/>
      <dgm:spPr/>
    </dgm:pt>
    <dgm:pt modelId="{2B8C6910-9C13-4394-B4E6-C84A360F7D97}" type="pres">
      <dgm:prSet presAssocID="{0A8E3DF0-EECF-4A2D-A9E3-144D9BD6C53D}" presName="conn" presStyleLbl="parChTrans1D2" presStyleIdx="0" presStyleCnt="1"/>
      <dgm:spPr/>
    </dgm:pt>
    <dgm:pt modelId="{C197162E-8307-4421-938C-95D44395DDD5}" type="pres">
      <dgm:prSet presAssocID="{0A8E3DF0-EECF-4A2D-A9E3-144D9BD6C53D}" presName="extraNode" presStyleLbl="node1" presStyleIdx="0" presStyleCnt="3"/>
      <dgm:spPr/>
    </dgm:pt>
    <dgm:pt modelId="{A51CBA03-E751-4661-992D-D52D3E972F5D}" type="pres">
      <dgm:prSet presAssocID="{0A8E3DF0-EECF-4A2D-A9E3-144D9BD6C53D}" presName="dstNode" presStyleLbl="node1" presStyleIdx="0" presStyleCnt="3"/>
      <dgm:spPr/>
    </dgm:pt>
    <dgm:pt modelId="{462A5FB4-71F3-43CB-8E5E-9BDDD79B40D7}" type="pres">
      <dgm:prSet presAssocID="{4B3A44E5-38B4-4D35-9695-1797DA4F851D}" presName="text_1" presStyleLbl="node1" presStyleIdx="0" presStyleCnt="3">
        <dgm:presLayoutVars>
          <dgm:bulletEnabled val="1"/>
        </dgm:presLayoutVars>
      </dgm:prSet>
      <dgm:spPr/>
    </dgm:pt>
    <dgm:pt modelId="{5F43F59E-026A-4221-A861-397D94EAA213}" type="pres">
      <dgm:prSet presAssocID="{4B3A44E5-38B4-4D35-9695-1797DA4F851D}" presName="accent_1" presStyleCnt="0"/>
      <dgm:spPr/>
    </dgm:pt>
    <dgm:pt modelId="{F5D86A76-4351-411F-B76A-FC48D2D12974}" type="pres">
      <dgm:prSet presAssocID="{4B3A44E5-38B4-4D35-9695-1797DA4F851D}" presName="accentRepeatNode" presStyleLbl="solidFgAcc1" presStyleIdx="0" presStyleCnt="3"/>
      <dgm:spPr/>
    </dgm:pt>
    <dgm:pt modelId="{565ADFAF-A46F-4E01-A004-56089A68A400}" type="pres">
      <dgm:prSet presAssocID="{966D236C-2E1D-4CD0-A379-EF406D17BC4E}" presName="text_2" presStyleLbl="node1" presStyleIdx="1" presStyleCnt="3">
        <dgm:presLayoutVars>
          <dgm:bulletEnabled val="1"/>
        </dgm:presLayoutVars>
      </dgm:prSet>
      <dgm:spPr/>
    </dgm:pt>
    <dgm:pt modelId="{B684C836-652E-4077-81EC-5EDE837CEC2C}" type="pres">
      <dgm:prSet presAssocID="{966D236C-2E1D-4CD0-A379-EF406D17BC4E}" presName="accent_2" presStyleCnt="0"/>
      <dgm:spPr/>
    </dgm:pt>
    <dgm:pt modelId="{09477C26-A353-44CD-9681-5F3D3E917001}" type="pres">
      <dgm:prSet presAssocID="{966D236C-2E1D-4CD0-A379-EF406D17BC4E}" presName="accentRepeatNode" presStyleLbl="solidFgAcc1" presStyleIdx="1" presStyleCnt="3"/>
      <dgm:spPr/>
    </dgm:pt>
    <dgm:pt modelId="{3C4355C4-043F-4FA7-8DE7-78780AF6153E}" type="pres">
      <dgm:prSet presAssocID="{55108D47-A079-4B53-A078-DE37FCF3ADC4}" presName="text_3" presStyleLbl="node1" presStyleIdx="2" presStyleCnt="3">
        <dgm:presLayoutVars>
          <dgm:bulletEnabled val="1"/>
        </dgm:presLayoutVars>
      </dgm:prSet>
      <dgm:spPr/>
    </dgm:pt>
    <dgm:pt modelId="{2353DDC8-B265-4479-85AA-00EC58A84B5B}" type="pres">
      <dgm:prSet presAssocID="{55108D47-A079-4B53-A078-DE37FCF3ADC4}" presName="accent_3" presStyleCnt="0"/>
      <dgm:spPr/>
    </dgm:pt>
    <dgm:pt modelId="{C26B5725-9DF7-46B3-A8AD-63EF11DC46D2}" type="pres">
      <dgm:prSet presAssocID="{55108D47-A079-4B53-A078-DE37FCF3ADC4}" presName="accentRepeatNode" presStyleLbl="solidFgAcc1" presStyleIdx="2" presStyleCnt="3"/>
      <dgm:spPr/>
    </dgm:pt>
  </dgm:ptLst>
  <dgm:cxnLst>
    <dgm:cxn modelId="{2FC87801-C274-4B62-8E1F-4B50B81F5C2B}" type="presOf" srcId="{4B3A44E5-38B4-4D35-9695-1797DA4F851D}" destId="{462A5FB4-71F3-43CB-8E5E-9BDDD79B40D7}" srcOrd="0" destOrd="0" presId="urn:microsoft.com/office/officeart/2008/layout/VerticalCurvedList"/>
    <dgm:cxn modelId="{A9256829-BAF4-41E2-B20B-CE6A4EC3B899}" srcId="{0A8E3DF0-EECF-4A2D-A9E3-144D9BD6C53D}" destId="{4B3A44E5-38B4-4D35-9695-1797DA4F851D}" srcOrd="0" destOrd="0" parTransId="{4DC12594-5E3B-4A9B-9418-A00CF9057FC3}" sibTransId="{A2AD7A3B-3A23-42AF-AAEC-57685354A3A8}"/>
    <dgm:cxn modelId="{D67F5050-4195-47C7-8524-95F1135A039A}" type="presOf" srcId="{0A8E3DF0-EECF-4A2D-A9E3-144D9BD6C53D}" destId="{84730642-A7B8-4368-93EC-8454B41C5F61}" srcOrd="0" destOrd="0" presId="urn:microsoft.com/office/officeart/2008/layout/VerticalCurvedList"/>
    <dgm:cxn modelId="{97B71357-B35F-484D-A9FB-7D0EBF6C4852}" type="presOf" srcId="{A2AD7A3B-3A23-42AF-AAEC-57685354A3A8}" destId="{2B8C6910-9C13-4394-B4E6-C84A360F7D97}" srcOrd="0" destOrd="0" presId="urn:microsoft.com/office/officeart/2008/layout/VerticalCurvedList"/>
    <dgm:cxn modelId="{CB713D9B-AA72-4C13-B9E9-CFA5CC6E5D9E}" srcId="{0A8E3DF0-EECF-4A2D-A9E3-144D9BD6C53D}" destId="{55108D47-A079-4B53-A078-DE37FCF3ADC4}" srcOrd="2" destOrd="0" parTransId="{8A526013-82DC-49FB-97D7-5F4FC692D204}" sibTransId="{AC772BDD-5D4F-4F9B-97AC-9A8791B31B95}"/>
    <dgm:cxn modelId="{B1FDE5AE-7ABA-4066-95D1-ED6E3C39AEB2}" type="presOf" srcId="{966D236C-2E1D-4CD0-A379-EF406D17BC4E}" destId="{565ADFAF-A46F-4E01-A004-56089A68A400}" srcOrd="0" destOrd="0" presId="urn:microsoft.com/office/officeart/2008/layout/VerticalCurvedList"/>
    <dgm:cxn modelId="{4CD28EB1-8A0D-44A4-80B2-76FFDDC72A54}" srcId="{0A8E3DF0-EECF-4A2D-A9E3-144D9BD6C53D}" destId="{966D236C-2E1D-4CD0-A379-EF406D17BC4E}" srcOrd="1" destOrd="0" parTransId="{CC67A571-F44B-471B-86AF-891C80960EBF}" sibTransId="{E7A42E97-9B55-43F1-9324-EF8D1396AA5C}"/>
    <dgm:cxn modelId="{491E2FD8-CEF3-472C-BBFA-9DD8E903CF8E}" type="presOf" srcId="{55108D47-A079-4B53-A078-DE37FCF3ADC4}" destId="{3C4355C4-043F-4FA7-8DE7-78780AF6153E}" srcOrd="0" destOrd="0" presId="urn:microsoft.com/office/officeart/2008/layout/VerticalCurvedList"/>
    <dgm:cxn modelId="{E3D77BDF-ACD3-48F6-A143-E8247280BFBC}" type="presParOf" srcId="{84730642-A7B8-4368-93EC-8454B41C5F61}" destId="{FA2FCCB9-347D-403B-8E14-781F4E9006AF}" srcOrd="0" destOrd="0" presId="urn:microsoft.com/office/officeart/2008/layout/VerticalCurvedList"/>
    <dgm:cxn modelId="{3256B33A-6FF3-481F-85C6-D34076387B19}" type="presParOf" srcId="{FA2FCCB9-347D-403B-8E14-781F4E9006AF}" destId="{055FBF9D-EA70-48DB-B034-DDFF999016D1}" srcOrd="0" destOrd="0" presId="urn:microsoft.com/office/officeart/2008/layout/VerticalCurvedList"/>
    <dgm:cxn modelId="{D0E1F781-2102-401C-961E-B28DFEE22268}" type="presParOf" srcId="{055FBF9D-EA70-48DB-B034-DDFF999016D1}" destId="{20B8727E-8F66-4B0B-8498-08C3C28A2FF5}" srcOrd="0" destOrd="0" presId="urn:microsoft.com/office/officeart/2008/layout/VerticalCurvedList"/>
    <dgm:cxn modelId="{10D5F167-EB9D-4C79-94F0-65DB1A643C0C}" type="presParOf" srcId="{055FBF9D-EA70-48DB-B034-DDFF999016D1}" destId="{2B8C6910-9C13-4394-B4E6-C84A360F7D97}" srcOrd="1" destOrd="0" presId="urn:microsoft.com/office/officeart/2008/layout/VerticalCurvedList"/>
    <dgm:cxn modelId="{1A359300-4A29-4FE6-8FCF-C7ABCF284E43}" type="presParOf" srcId="{055FBF9D-EA70-48DB-B034-DDFF999016D1}" destId="{C197162E-8307-4421-938C-95D44395DDD5}" srcOrd="2" destOrd="0" presId="urn:microsoft.com/office/officeart/2008/layout/VerticalCurvedList"/>
    <dgm:cxn modelId="{B9E026CA-996A-4701-A158-ED0CB2B8F2A2}" type="presParOf" srcId="{055FBF9D-EA70-48DB-B034-DDFF999016D1}" destId="{A51CBA03-E751-4661-992D-D52D3E972F5D}" srcOrd="3" destOrd="0" presId="urn:microsoft.com/office/officeart/2008/layout/VerticalCurvedList"/>
    <dgm:cxn modelId="{1B498050-4963-4F76-86FD-FB8675CA2EFC}" type="presParOf" srcId="{FA2FCCB9-347D-403B-8E14-781F4E9006AF}" destId="{462A5FB4-71F3-43CB-8E5E-9BDDD79B40D7}" srcOrd="1" destOrd="0" presId="urn:microsoft.com/office/officeart/2008/layout/VerticalCurvedList"/>
    <dgm:cxn modelId="{AF2BFBCE-2072-473C-8436-B5D0D3124544}" type="presParOf" srcId="{FA2FCCB9-347D-403B-8E14-781F4E9006AF}" destId="{5F43F59E-026A-4221-A861-397D94EAA213}" srcOrd="2" destOrd="0" presId="urn:microsoft.com/office/officeart/2008/layout/VerticalCurvedList"/>
    <dgm:cxn modelId="{0D14D284-575B-493B-ADD1-149017F10A70}" type="presParOf" srcId="{5F43F59E-026A-4221-A861-397D94EAA213}" destId="{F5D86A76-4351-411F-B76A-FC48D2D12974}" srcOrd="0" destOrd="0" presId="urn:microsoft.com/office/officeart/2008/layout/VerticalCurvedList"/>
    <dgm:cxn modelId="{EBDBBDED-0268-4F4F-8AF7-B93861ECBE2C}" type="presParOf" srcId="{FA2FCCB9-347D-403B-8E14-781F4E9006AF}" destId="{565ADFAF-A46F-4E01-A004-56089A68A400}" srcOrd="3" destOrd="0" presId="urn:microsoft.com/office/officeart/2008/layout/VerticalCurvedList"/>
    <dgm:cxn modelId="{0A16C3CE-1A77-42FE-81DA-EF21F001A1A2}" type="presParOf" srcId="{FA2FCCB9-347D-403B-8E14-781F4E9006AF}" destId="{B684C836-652E-4077-81EC-5EDE837CEC2C}" srcOrd="4" destOrd="0" presId="urn:microsoft.com/office/officeart/2008/layout/VerticalCurvedList"/>
    <dgm:cxn modelId="{D45CB665-009B-401D-A791-CA90F667D8AF}" type="presParOf" srcId="{B684C836-652E-4077-81EC-5EDE837CEC2C}" destId="{09477C26-A353-44CD-9681-5F3D3E917001}" srcOrd="0" destOrd="0" presId="urn:microsoft.com/office/officeart/2008/layout/VerticalCurvedList"/>
    <dgm:cxn modelId="{27FB9F98-66F6-4931-BD7F-BD7AB9FA15AC}" type="presParOf" srcId="{FA2FCCB9-347D-403B-8E14-781F4E9006AF}" destId="{3C4355C4-043F-4FA7-8DE7-78780AF6153E}" srcOrd="5" destOrd="0" presId="urn:microsoft.com/office/officeart/2008/layout/VerticalCurvedList"/>
    <dgm:cxn modelId="{BFAA60CC-D43E-4253-A2D8-C8EC72127165}" type="presParOf" srcId="{FA2FCCB9-347D-403B-8E14-781F4E9006AF}" destId="{2353DDC8-B265-4479-85AA-00EC58A84B5B}" srcOrd="6" destOrd="0" presId="urn:microsoft.com/office/officeart/2008/layout/VerticalCurvedList"/>
    <dgm:cxn modelId="{23AA8266-2624-4939-A032-191859281ED9}" type="presParOf" srcId="{2353DDC8-B265-4479-85AA-00EC58A84B5B}" destId="{C26B5725-9DF7-46B3-A8AD-63EF11DC46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8E3DF0-EECF-4A2D-A9E3-144D9BD6C53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84730642-A7B8-4368-93EC-8454B41C5F61}" type="pres">
      <dgm:prSet presAssocID="{0A8E3DF0-EECF-4A2D-A9E3-144D9BD6C53D}" presName="Name0" presStyleCnt="0">
        <dgm:presLayoutVars>
          <dgm:chMax val="7"/>
          <dgm:chPref val="7"/>
          <dgm:dir/>
        </dgm:presLayoutVars>
      </dgm:prSet>
      <dgm:spPr/>
    </dgm:pt>
    <dgm:pt modelId="{FA2FCCB9-347D-403B-8E14-781F4E9006AF}" type="pres">
      <dgm:prSet presAssocID="{0A8E3DF0-EECF-4A2D-A9E3-144D9BD6C53D}" presName="Name1" presStyleCnt="0"/>
      <dgm:spPr/>
    </dgm:pt>
    <dgm:pt modelId="{055FBF9D-EA70-48DB-B034-DDFF999016D1}" type="pres">
      <dgm:prSet presAssocID="{0A8E3DF0-EECF-4A2D-A9E3-144D9BD6C53D}" presName="cycle" presStyleCnt="0"/>
      <dgm:spPr/>
    </dgm:pt>
    <dgm:pt modelId="{20B8727E-8F66-4B0B-8498-08C3C28A2FF5}" type="pres">
      <dgm:prSet presAssocID="{0A8E3DF0-EECF-4A2D-A9E3-144D9BD6C53D}" presName="srcNode" presStyleLbl="node1" presStyleIdx="0" presStyleCnt="0"/>
      <dgm:spPr/>
    </dgm:pt>
    <dgm:pt modelId="{2B8C6910-9C13-4394-B4E6-C84A360F7D97}" type="pres">
      <dgm:prSet presAssocID="{0A8E3DF0-EECF-4A2D-A9E3-144D9BD6C53D}" presName="conn" presStyleLbl="parChTrans1D2" presStyleIdx="0" presStyleCnt="1"/>
      <dgm:spPr/>
    </dgm:pt>
    <dgm:pt modelId="{C197162E-8307-4421-938C-95D44395DDD5}" type="pres">
      <dgm:prSet presAssocID="{0A8E3DF0-EECF-4A2D-A9E3-144D9BD6C53D}" presName="extraNode" presStyleLbl="node1" presStyleIdx="0" presStyleCnt="0"/>
      <dgm:spPr/>
    </dgm:pt>
    <dgm:pt modelId="{A51CBA03-E751-4661-992D-D52D3E972F5D}" type="pres">
      <dgm:prSet presAssocID="{0A8E3DF0-EECF-4A2D-A9E3-144D9BD6C53D}" presName="dstNode" presStyleLbl="node1" presStyleIdx="0" presStyleCnt="0"/>
      <dgm:spPr/>
    </dgm:pt>
  </dgm:ptLst>
  <dgm:cxnLst>
    <dgm:cxn modelId="{D67F5050-4195-47C7-8524-95F1135A039A}" type="presOf" srcId="{0A8E3DF0-EECF-4A2D-A9E3-144D9BD6C53D}" destId="{84730642-A7B8-4368-93EC-8454B41C5F61}" srcOrd="0" destOrd="0" presId="urn:microsoft.com/office/officeart/2008/layout/VerticalCurvedList"/>
    <dgm:cxn modelId="{E3D77BDF-ACD3-48F6-A143-E8247280BFBC}" type="presParOf" srcId="{84730642-A7B8-4368-93EC-8454B41C5F61}" destId="{FA2FCCB9-347D-403B-8E14-781F4E9006AF}" srcOrd="0" destOrd="0" presId="urn:microsoft.com/office/officeart/2008/layout/VerticalCurvedList"/>
    <dgm:cxn modelId="{3256B33A-6FF3-481F-85C6-D34076387B19}" type="presParOf" srcId="{FA2FCCB9-347D-403B-8E14-781F4E9006AF}" destId="{055FBF9D-EA70-48DB-B034-DDFF999016D1}" srcOrd="0" destOrd="0" presId="urn:microsoft.com/office/officeart/2008/layout/VerticalCurvedList"/>
    <dgm:cxn modelId="{D0E1F781-2102-401C-961E-B28DFEE22268}" type="presParOf" srcId="{055FBF9D-EA70-48DB-B034-DDFF999016D1}" destId="{20B8727E-8F66-4B0B-8498-08C3C28A2FF5}" srcOrd="0" destOrd="0" presId="urn:microsoft.com/office/officeart/2008/layout/VerticalCurvedList"/>
    <dgm:cxn modelId="{10D5F167-EB9D-4C79-94F0-65DB1A643C0C}" type="presParOf" srcId="{055FBF9D-EA70-48DB-B034-DDFF999016D1}" destId="{2B8C6910-9C13-4394-B4E6-C84A360F7D97}" srcOrd="1" destOrd="0" presId="urn:microsoft.com/office/officeart/2008/layout/VerticalCurvedList"/>
    <dgm:cxn modelId="{1A359300-4A29-4FE6-8FCF-C7ABCF284E43}" type="presParOf" srcId="{055FBF9D-EA70-48DB-B034-DDFF999016D1}" destId="{C197162E-8307-4421-938C-95D44395DDD5}" srcOrd="2" destOrd="0" presId="urn:microsoft.com/office/officeart/2008/layout/VerticalCurvedList"/>
    <dgm:cxn modelId="{B9E026CA-996A-4701-A158-ED0CB2B8F2A2}" type="presParOf" srcId="{055FBF9D-EA70-48DB-B034-DDFF999016D1}" destId="{A51CBA03-E751-4661-992D-D52D3E972F5D}" srcOrd="3" destOrd="0" presId="urn:microsoft.com/office/officeart/2008/layout/VerticalCurvedList"/>
  </dgm:cxnLst>
  <dgm:bg>
    <a:blipFill>
      <a:blip xmlns:r="http://schemas.openxmlformats.org/officeDocument/2006/relationships" r:embed="rId1" cstate="print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F10DF-BABB-4CD3-9541-3E8DF61D948F}">
      <dsp:nvSpPr>
        <dsp:cNvPr id="0" name=""/>
        <dsp:cNvSpPr/>
      </dsp:nvSpPr>
      <dsp:spPr>
        <a:xfrm>
          <a:off x="-3314279" y="-513158"/>
          <a:ext cx="3978398" cy="3978398"/>
        </a:xfrm>
        <a:prstGeom prst="blockArc">
          <a:avLst>
            <a:gd name="adj1" fmla="val 18900000"/>
            <a:gd name="adj2" fmla="val 2700000"/>
            <a:gd name="adj3" fmla="val 543"/>
          </a:avLst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BD425D-8640-475D-8824-E46B3F7A6C45}">
      <dsp:nvSpPr>
        <dsp:cNvPr id="0" name=""/>
        <dsp:cNvSpPr/>
      </dsp:nvSpPr>
      <dsp:spPr>
        <a:xfrm>
          <a:off x="542666" y="421734"/>
          <a:ext cx="5537761" cy="8433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41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Book Antiqua" panose="02040602050305030304" pitchFamily="18" charset="0"/>
            </a:rPr>
            <a:t>Input Stream</a:t>
          </a:r>
        </a:p>
      </dsp:txBody>
      <dsp:txXfrm>
        <a:off x="542666" y="421734"/>
        <a:ext cx="5537761" cy="843350"/>
      </dsp:txXfrm>
    </dsp:sp>
    <dsp:sp modelId="{F84C49AF-A573-45FF-AE15-CC421E3CE53F}">
      <dsp:nvSpPr>
        <dsp:cNvPr id="0" name=""/>
        <dsp:cNvSpPr/>
      </dsp:nvSpPr>
      <dsp:spPr>
        <a:xfrm>
          <a:off x="15572" y="316315"/>
          <a:ext cx="1054188" cy="10541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C2492-31A0-40C6-968A-840A5C2812DA}">
      <dsp:nvSpPr>
        <dsp:cNvPr id="0" name=""/>
        <dsp:cNvSpPr/>
      </dsp:nvSpPr>
      <dsp:spPr>
        <a:xfrm>
          <a:off x="542666" y="1686996"/>
          <a:ext cx="5537761" cy="843350"/>
        </a:xfrm>
        <a:prstGeom prst="rect">
          <a:avLst/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41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Book Antiqua" panose="02040602050305030304" pitchFamily="18" charset="0"/>
            </a:rPr>
            <a:t>Output Stream</a:t>
          </a:r>
        </a:p>
      </dsp:txBody>
      <dsp:txXfrm>
        <a:off x="542666" y="1686996"/>
        <a:ext cx="5537761" cy="843350"/>
      </dsp:txXfrm>
    </dsp:sp>
    <dsp:sp modelId="{177A9AF8-0453-4200-AA4B-377FE08C5766}">
      <dsp:nvSpPr>
        <dsp:cNvPr id="0" name=""/>
        <dsp:cNvSpPr/>
      </dsp:nvSpPr>
      <dsp:spPr>
        <a:xfrm>
          <a:off x="15572" y="1581577"/>
          <a:ext cx="1054188" cy="10541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-1528355"/>
              <a:satOff val="-10245"/>
              <a:lumOff val="-10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F10DF-BABB-4CD3-9541-3E8DF61D948F}">
      <dsp:nvSpPr>
        <dsp:cNvPr id="0" name=""/>
        <dsp:cNvSpPr/>
      </dsp:nvSpPr>
      <dsp:spPr>
        <a:xfrm>
          <a:off x="-3314279" y="-513158"/>
          <a:ext cx="3978398" cy="3978398"/>
        </a:xfrm>
        <a:prstGeom prst="blockArc">
          <a:avLst>
            <a:gd name="adj1" fmla="val 18900000"/>
            <a:gd name="adj2" fmla="val 2700000"/>
            <a:gd name="adj3" fmla="val 543"/>
          </a:avLst>
        </a:prstGeom>
        <a:noFill/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BD425D-8640-475D-8824-E46B3F7A6C45}">
      <dsp:nvSpPr>
        <dsp:cNvPr id="0" name=""/>
        <dsp:cNvSpPr/>
      </dsp:nvSpPr>
      <dsp:spPr>
        <a:xfrm>
          <a:off x="542666" y="421734"/>
          <a:ext cx="5537761" cy="8433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41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Book Antiqua" panose="02040602050305030304" pitchFamily="18" charset="0"/>
            </a:rPr>
            <a:t>Reader</a:t>
          </a:r>
        </a:p>
      </dsp:txBody>
      <dsp:txXfrm>
        <a:off x="542666" y="421734"/>
        <a:ext cx="5537761" cy="843350"/>
      </dsp:txXfrm>
    </dsp:sp>
    <dsp:sp modelId="{F84C49AF-A573-45FF-AE15-CC421E3CE53F}">
      <dsp:nvSpPr>
        <dsp:cNvPr id="0" name=""/>
        <dsp:cNvSpPr/>
      </dsp:nvSpPr>
      <dsp:spPr>
        <a:xfrm>
          <a:off x="15572" y="316315"/>
          <a:ext cx="1054188" cy="10541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C2492-31A0-40C6-968A-840A5C2812DA}">
      <dsp:nvSpPr>
        <dsp:cNvPr id="0" name=""/>
        <dsp:cNvSpPr/>
      </dsp:nvSpPr>
      <dsp:spPr>
        <a:xfrm>
          <a:off x="542666" y="1686996"/>
          <a:ext cx="5537761" cy="843350"/>
        </a:xfrm>
        <a:prstGeom prst="rect">
          <a:avLst/>
        </a:prstGeom>
        <a:solidFill>
          <a:schemeClr val="accent4">
            <a:hueOff val="-1528355"/>
            <a:satOff val="-10245"/>
            <a:lumOff val="-1058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941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Book Antiqua" panose="02040602050305030304" pitchFamily="18" charset="0"/>
            </a:rPr>
            <a:t>Writer</a:t>
          </a:r>
        </a:p>
      </dsp:txBody>
      <dsp:txXfrm>
        <a:off x="542666" y="1686996"/>
        <a:ext cx="5537761" cy="843350"/>
      </dsp:txXfrm>
    </dsp:sp>
    <dsp:sp modelId="{177A9AF8-0453-4200-AA4B-377FE08C5766}">
      <dsp:nvSpPr>
        <dsp:cNvPr id="0" name=""/>
        <dsp:cNvSpPr/>
      </dsp:nvSpPr>
      <dsp:spPr>
        <a:xfrm>
          <a:off x="15572" y="1581577"/>
          <a:ext cx="1054188" cy="10541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-1528355"/>
              <a:satOff val="-10245"/>
              <a:lumOff val="-10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C6910-9C13-4394-B4E6-C84A360F7D97}">
      <dsp:nvSpPr>
        <dsp:cNvPr id="0" name=""/>
        <dsp:cNvSpPr/>
      </dsp:nvSpPr>
      <dsp:spPr>
        <a:xfrm>
          <a:off x="-4594335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2A5FB4-71F3-43CB-8E5E-9BDDD79B40D7}">
      <dsp:nvSpPr>
        <dsp:cNvPr id="0" name=""/>
        <dsp:cNvSpPr/>
      </dsp:nvSpPr>
      <dsp:spPr>
        <a:xfrm>
          <a:off x="564979" y="406400"/>
          <a:ext cx="5475833" cy="812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Book Antiqua" panose="02040602050305030304" pitchFamily="18" charset="0"/>
            </a:rPr>
            <a:t>Scanner</a:t>
          </a:r>
        </a:p>
      </dsp:txBody>
      <dsp:txXfrm>
        <a:off x="564979" y="406400"/>
        <a:ext cx="5475833" cy="812800"/>
      </dsp:txXfrm>
    </dsp:sp>
    <dsp:sp modelId="{F5D86A76-4351-411F-B76A-FC48D2D12974}">
      <dsp:nvSpPr>
        <dsp:cNvPr id="0" name=""/>
        <dsp:cNvSpPr/>
      </dsp:nvSpPr>
      <dsp:spPr>
        <a:xfrm>
          <a:off x="56979" y="304800"/>
          <a:ext cx="1016000" cy="1016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ADFAF-A46F-4E01-A004-56089A68A400}">
      <dsp:nvSpPr>
        <dsp:cNvPr id="0" name=""/>
        <dsp:cNvSpPr/>
      </dsp:nvSpPr>
      <dsp:spPr>
        <a:xfrm>
          <a:off x="860432" y="1625599"/>
          <a:ext cx="5180380" cy="812800"/>
        </a:xfrm>
        <a:prstGeom prst="rect">
          <a:avLst/>
        </a:prstGeom>
        <a:solidFill>
          <a:schemeClr val="accent3">
            <a:hueOff val="-617032"/>
            <a:satOff val="-10836"/>
            <a:lumOff val="-19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 err="1">
              <a:solidFill>
                <a:prstClr val="white"/>
              </a:solidFill>
              <a:latin typeface="Book Antiqua" panose="02040602050305030304" pitchFamily="18" charset="0"/>
              <a:ea typeface="+mn-ea"/>
              <a:cs typeface="+mn-cs"/>
            </a:rPr>
            <a:t>BufferedReader</a:t>
          </a:r>
          <a:endParaRPr lang="en-IN" sz="3200" kern="1200" dirty="0">
            <a:solidFill>
              <a:prstClr val="white"/>
            </a:solidFill>
            <a:latin typeface="Book Antiqua" panose="02040602050305030304" pitchFamily="18" charset="0"/>
            <a:ea typeface="+mn-ea"/>
            <a:cs typeface="+mn-cs"/>
          </a:endParaRPr>
        </a:p>
      </dsp:txBody>
      <dsp:txXfrm>
        <a:off x="860432" y="1625599"/>
        <a:ext cx="5180380" cy="812800"/>
      </dsp:txXfrm>
    </dsp:sp>
    <dsp:sp modelId="{09477C26-A353-44CD-9681-5F3D3E917001}">
      <dsp:nvSpPr>
        <dsp:cNvPr id="0" name=""/>
        <dsp:cNvSpPr/>
      </dsp:nvSpPr>
      <dsp:spPr>
        <a:xfrm>
          <a:off x="352432" y="1523999"/>
          <a:ext cx="1016000" cy="1016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-617032"/>
              <a:satOff val="-10836"/>
              <a:lumOff val="-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4355C4-043F-4FA7-8DE7-78780AF6153E}">
      <dsp:nvSpPr>
        <dsp:cNvPr id="0" name=""/>
        <dsp:cNvSpPr/>
      </dsp:nvSpPr>
      <dsp:spPr>
        <a:xfrm>
          <a:off x="564979" y="2844800"/>
          <a:ext cx="5475833" cy="812800"/>
        </a:xfrm>
        <a:prstGeom prst="rect">
          <a:avLst/>
        </a:prstGeom>
        <a:solidFill>
          <a:schemeClr val="accent3">
            <a:hueOff val="-1234063"/>
            <a:satOff val="-21671"/>
            <a:lumOff val="-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prstClr val="white"/>
              </a:solidFill>
              <a:latin typeface="Book Antiqua" panose="02040602050305030304" pitchFamily="18" charset="0"/>
              <a:ea typeface="+mn-ea"/>
              <a:cs typeface="+mn-cs"/>
            </a:rPr>
            <a:t>Console</a:t>
          </a:r>
        </a:p>
      </dsp:txBody>
      <dsp:txXfrm>
        <a:off x="564979" y="2844800"/>
        <a:ext cx="5475833" cy="812800"/>
      </dsp:txXfrm>
    </dsp:sp>
    <dsp:sp modelId="{C26B5725-9DF7-46B3-A8AD-63EF11DC46D2}">
      <dsp:nvSpPr>
        <dsp:cNvPr id="0" name=""/>
        <dsp:cNvSpPr/>
      </dsp:nvSpPr>
      <dsp:spPr>
        <a:xfrm>
          <a:off x="56979" y="2743200"/>
          <a:ext cx="1016000" cy="10160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-1234063"/>
              <a:satOff val="-21671"/>
              <a:lumOff val="-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16130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5435E961-E8B5-409A-8865-3C78DFD685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6A5906A-2ECA-4E62-A29A-B7EA1631A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69FDE-343F-4DF3-8B61-430417C2C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5FD501-D759-4887-9FC1-58FEBD23282C}" type="slidenum">
              <a:rPr lang="en-IN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IN" altLang="en-US">
              <a:latin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EFBF-27FE-4BDD-BF05-D4589892C6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Dept of CSE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63DD03-7650-46A3-9CE4-0313FB2DCF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3B7533D-EE9C-4382-B8F6-0FF9CCCFD60D}" type="datetime1">
              <a:rPr lang="en-IN" smtClean="0"/>
              <a:t>19-10-2026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5706324-4CBA-6625-2A2C-0956DE77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B5A578CB-CEB3-665C-C80B-B25C9BE9A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E423D02A-5F8C-5DFE-C017-3E63B07D2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751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DD0C4A7-FD65-DAD8-2CC8-3AA91DB5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C2720EF5-2579-1370-57CB-3805646C6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929B893B-AAFC-1FEF-1578-D9ABC7B14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992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A4046CB-7C8A-96CD-BFAD-BD16A5AA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2384A8A4-FAE9-8050-09D1-6BF1C9550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8D2C4CB6-08B0-22D4-4590-A8526D5C9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324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D0F47CC-6E65-3493-9791-7B4999A8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CD1DBB2A-BB8E-A21C-6C36-CBD0E4418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7BEA7C72-949A-5252-EE92-B325937EE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21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31276D0-05E8-BF00-1157-B4885C6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4D996917-036E-735A-D63C-D31E666D1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70CDA479-7597-8054-7ABC-2E9DCC5A7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978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FEC371A-A715-257E-10A9-AE287E29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F76DF0FD-1AAC-D824-C3E1-F6EF4713A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F16B4BB5-E9D6-0AF6-0AD2-8374E324D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486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7634110-B3EA-11BD-68B2-D590CEAC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40659268-5BA1-2181-D283-7FA3927D3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CBBD05B7-E017-31D4-C9AA-D466A54BB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077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CBD0E37-F58F-B6BB-E436-7B8D3802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635EFEED-2CF3-F895-531C-8439DC17D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18EF0531-1D34-D210-5296-5193E0991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39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CBB3E94E-118F-3F19-20F7-8ED83762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4C1A40A0-ECFD-CF83-F74F-B978D6542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39F293F9-F939-B2EC-4CE6-08DFE44AD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853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5195E85-D259-1BB0-425A-38CD1A51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ABD7FE20-CEFB-1147-C47C-9568450B17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9AC2AA8D-D522-B7C9-8D89-06E83FE830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576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A1F9805D-FC8B-79C3-4480-039045E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A7EF9BDD-1A22-EF2B-A24E-2D8FC309B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25E21E5F-B2FE-9AA2-FE99-8B0717EDF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653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CCB27535-BB55-4DB5-1226-3C02242E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1EAA4F80-B6DC-3A66-0F51-C74A3A17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A34A3D17-813F-B849-CD66-5D9672063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296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25C91B4-1737-A516-175B-C56DCE7B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BF0ACDEF-F8D3-6E63-B104-1CF3DD695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10B70EF3-B6F7-2192-5929-5174B8C00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896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028D80F-15AB-BC19-8CCF-F91B6CB0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13B18DDE-CB94-918F-574E-77E19F3E1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5A3BFE63-A562-5C75-3850-A144E1134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061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3D185C2-7DEC-D35A-9F6F-503107BE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2EF9F2B6-3BE0-5316-9233-9C1FC0529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8404DDD3-3D23-4123-9E3F-3162AA88C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9006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F93ADF5-B075-967A-84E1-5CB8C56C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1679AAB2-4CCF-47BB-21B6-5F9AD598B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E8C17948-BF93-3AA1-F47C-9FEE75E9F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113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B7149BD-0396-9433-0369-70B479AB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61DC0BDD-5690-3979-08FC-8DFE05A16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F895126D-A934-AD66-6DF1-500086413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86310AA-3AB3-942B-3AFA-179F9E28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60BB8707-1361-53F1-A284-2296F3DE4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84F734AF-6F68-2B73-BAD6-5D2682F2C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017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29B05B4-95BD-A068-E4CE-E264E3C0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58945439-E901-2306-F2C6-2249674FA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9FB0EB37-D108-8318-DA21-DAE3B0FD7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042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58486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251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5016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D32C-6D3D-46CE-B183-90DFFEB5C6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8B277F-0D31-BF5B-70FB-DABCE5F40629}"/>
              </a:ext>
            </a:extLst>
          </p:cNvPr>
          <p:cNvCxnSpPr/>
          <p:nvPr userDrawn="1"/>
        </p:nvCxnSpPr>
        <p:spPr>
          <a:xfrm>
            <a:off x="381000" y="1064419"/>
            <a:ext cx="8382000" cy="119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6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5185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481993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67741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83396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52895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360436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1469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78016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5895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908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Navaneethan S/ IT VAC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44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Hy2er3AI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onlinegdb.com/B1hlw308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HJ56Yh6U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onlinegdb.com/BkOh3na8v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2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D69D4-06AF-45C5-BBC5-4A71C66F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E95788-8561-47F3-A8E8-13BE166F718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63BEF9D-1E6E-4CE5-80A2-C10C3365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545" y="941147"/>
            <a:ext cx="7550580" cy="13388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buNone/>
              <a:defRPr/>
            </a:pPr>
            <a:r>
              <a:rPr lang="en-IN" sz="405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Times New Roman" pitchFamily="18" charset="0"/>
              </a:rPr>
              <a:t>24CYS204 </a:t>
            </a:r>
            <a:r>
              <a:rPr lang="en-IN" sz="2800" dirty="0"/>
              <a:t>- </a:t>
            </a:r>
            <a:r>
              <a:rPr lang="en-US" altLang="en-US" sz="405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Times New Roman" pitchFamily="18" charset="0"/>
              </a:rPr>
              <a:t>ADVANCED PROGRAMMING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BB59811-DD4F-8403-1609-C99BE657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FE05FB-1BD4-6521-8883-C0F24650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What</a:t>
            </a:r>
            <a:r>
              <a:rPr lang="en-IN" sz="2400" b="1" spc="-40" dirty="0">
                <a:latin typeface="Book Antiqua" panose="02040602050305030304" pitchFamily="18" charset="0"/>
              </a:rPr>
              <a:t> </a:t>
            </a:r>
            <a:r>
              <a:rPr lang="en-IN" sz="2400" b="1" dirty="0">
                <a:latin typeface="Book Antiqua" panose="02040602050305030304" pitchFamily="18" charset="0"/>
              </a:rPr>
              <a:t>is</a:t>
            </a:r>
            <a:r>
              <a:rPr lang="en-IN" sz="2400" b="1" spc="-50" dirty="0">
                <a:latin typeface="Book Antiqua" panose="02040602050305030304" pitchFamily="18" charset="0"/>
              </a:rPr>
              <a:t> </a:t>
            </a:r>
            <a:r>
              <a:rPr lang="en-IN" sz="2400" b="1" dirty="0">
                <a:latin typeface="Book Antiqua" panose="02040602050305030304" pitchFamily="18" charset="0"/>
              </a:rPr>
              <a:t>a</a:t>
            </a:r>
            <a:r>
              <a:rPr lang="en-IN" sz="2400" b="1" spc="-45" dirty="0">
                <a:latin typeface="Book Antiqua" panose="02040602050305030304" pitchFamily="18" charset="0"/>
              </a:rPr>
              <a:t> </a:t>
            </a:r>
            <a:r>
              <a:rPr lang="en-IN" sz="2400" b="1" spc="-10" dirty="0">
                <a:latin typeface="Book Antiqua" panose="02040602050305030304" pitchFamily="18" charset="0"/>
              </a:rPr>
              <a:t>Stream?</a:t>
            </a:r>
            <a:r>
              <a:rPr lang="en-US" sz="2400" b="1" dirty="0">
                <a:latin typeface="Book Antiqua" panose="02040602050305030304" pitchFamily="18" charset="0"/>
              </a:rPr>
              <a:t> </a:t>
            </a:r>
            <a:endParaRPr lang="en-IN" sz="2400" b="1" dirty="0">
              <a:latin typeface="Book Antiqua" panose="02040602050305030304" pitchFamily="18" charset="0"/>
            </a:endParaRPr>
          </a:p>
        </p:txBody>
      </p:sp>
      <p:pic>
        <p:nvPicPr>
          <p:cNvPr id="2" name="object 13">
            <a:extLst>
              <a:ext uri="{FF2B5EF4-FFF2-40B4-BE49-F238E27FC236}">
                <a16:creationId xmlns:a16="http://schemas.microsoft.com/office/drawing/2014/main" id="{3C445B23-D6DA-9954-F768-F76BA2B412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490" y="951905"/>
            <a:ext cx="7399020" cy="30257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DE432E-C218-C6F8-EF98-3D096A950A47}"/>
              </a:ext>
            </a:extLst>
          </p:cNvPr>
          <p:cNvSpPr txBox="1"/>
          <p:nvPr/>
        </p:nvSpPr>
        <p:spPr>
          <a:xfrm>
            <a:off x="2735580" y="41915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Path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along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which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data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flows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326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CEF60BC-DFD4-EDC0-5F94-2100A98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F34070-638B-74C3-6676-A6B985CF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What</a:t>
            </a:r>
            <a:r>
              <a:rPr lang="en-IN" sz="2400" b="1" spc="-40" dirty="0">
                <a:latin typeface="Book Antiqua" panose="02040602050305030304" pitchFamily="18" charset="0"/>
              </a:rPr>
              <a:t> </a:t>
            </a:r>
            <a:r>
              <a:rPr lang="en-IN" sz="2400" b="1" dirty="0">
                <a:latin typeface="Book Antiqua" panose="02040602050305030304" pitchFamily="18" charset="0"/>
              </a:rPr>
              <a:t>is</a:t>
            </a:r>
            <a:r>
              <a:rPr lang="en-IN" sz="2400" b="1" spc="-50" dirty="0">
                <a:latin typeface="Book Antiqua" panose="02040602050305030304" pitchFamily="18" charset="0"/>
              </a:rPr>
              <a:t> </a:t>
            </a:r>
            <a:r>
              <a:rPr lang="en-IN" sz="2400" b="1" dirty="0">
                <a:latin typeface="Book Antiqua" panose="02040602050305030304" pitchFamily="18" charset="0"/>
              </a:rPr>
              <a:t>a</a:t>
            </a:r>
            <a:r>
              <a:rPr lang="en-IN" sz="2400" b="1" spc="-45" dirty="0">
                <a:latin typeface="Book Antiqua" panose="02040602050305030304" pitchFamily="18" charset="0"/>
              </a:rPr>
              <a:t> </a:t>
            </a:r>
            <a:r>
              <a:rPr lang="en-IN" sz="2400" b="1" spc="-10" dirty="0">
                <a:latin typeface="Book Antiqua" panose="02040602050305030304" pitchFamily="18" charset="0"/>
              </a:rPr>
              <a:t>Stream?</a:t>
            </a:r>
            <a:r>
              <a:rPr lang="en-US" sz="2400" b="1" dirty="0">
                <a:latin typeface="Book Antiqua" panose="02040602050305030304" pitchFamily="18" charset="0"/>
              </a:rPr>
              <a:t> </a:t>
            </a:r>
            <a:endParaRPr lang="en-IN" sz="2400" b="1" dirty="0">
              <a:latin typeface="Book Antiqua" panose="02040602050305030304" pitchFamily="18" charset="0"/>
            </a:endParaRPr>
          </a:p>
        </p:txBody>
      </p:sp>
      <p:pic>
        <p:nvPicPr>
          <p:cNvPr id="3" name="object 10">
            <a:extLst>
              <a:ext uri="{FF2B5EF4-FFF2-40B4-BE49-F238E27FC236}">
                <a16:creationId xmlns:a16="http://schemas.microsoft.com/office/drawing/2014/main" id="{D88ECB37-9ABF-7205-7DFD-68172A8915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7280" y="1347976"/>
            <a:ext cx="5466995" cy="1594343"/>
          </a:xfrm>
          <a:prstGeom prst="rect">
            <a:avLst/>
          </a:prstGeom>
        </p:spPr>
      </p:pic>
      <p:pic>
        <p:nvPicPr>
          <p:cNvPr id="5" name="object 11">
            <a:extLst>
              <a:ext uri="{FF2B5EF4-FFF2-40B4-BE49-F238E27FC236}">
                <a16:creationId xmlns:a16="http://schemas.microsoft.com/office/drawing/2014/main" id="{1E204BB1-E4D9-896E-3CEE-2F73C7549AA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9004" y="3028950"/>
            <a:ext cx="5467350" cy="1809750"/>
          </a:xfrm>
          <a:prstGeom prst="rect">
            <a:avLst/>
          </a:prstGeom>
        </p:spPr>
      </p:pic>
      <p:sp>
        <p:nvSpPr>
          <p:cNvPr id="7" name="object 13">
            <a:extLst>
              <a:ext uri="{FF2B5EF4-FFF2-40B4-BE49-F238E27FC236}">
                <a16:creationId xmlns:a16="http://schemas.microsoft.com/office/drawing/2014/main" id="{FD83215B-2E45-715D-A080-E4FB20C811BD}"/>
              </a:ext>
            </a:extLst>
          </p:cNvPr>
          <p:cNvSpPr txBox="1"/>
          <p:nvPr/>
        </p:nvSpPr>
        <p:spPr>
          <a:xfrm>
            <a:off x="601345" y="875807"/>
            <a:ext cx="7971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Linked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physical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layer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java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I/O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make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input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output</a:t>
            </a:r>
            <a:r>
              <a:rPr sz="1800" b="1" spc="-10" dirty="0">
                <a:latin typeface="Times New Roman"/>
                <a:cs typeface="Times New Roman"/>
              </a:rPr>
              <a:t> operation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948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39DD4EB-0FFE-9009-EC95-03ACA362D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33168C-8E7F-8783-C319-7635B2C5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Types of stream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grpSp>
        <p:nvGrpSpPr>
          <p:cNvPr id="41" name="object 10">
            <a:extLst>
              <a:ext uri="{FF2B5EF4-FFF2-40B4-BE49-F238E27FC236}">
                <a16:creationId xmlns:a16="http://schemas.microsoft.com/office/drawing/2014/main" id="{BB47C367-5239-83B7-F1C3-E6F26887273E}"/>
              </a:ext>
            </a:extLst>
          </p:cNvPr>
          <p:cNvGrpSpPr/>
          <p:nvPr/>
        </p:nvGrpSpPr>
        <p:grpSpPr>
          <a:xfrm>
            <a:off x="1891283" y="1147445"/>
            <a:ext cx="3638550" cy="1424305"/>
            <a:chOff x="1830323" y="1700771"/>
            <a:chExt cx="3638550" cy="1424305"/>
          </a:xfrm>
        </p:grpSpPr>
        <p:pic>
          <p:nvPicPr>
            <p:cNvPr id="42" name="object 11">
              <a:extLst>
                <a:ext uri="{FF2B5EF4-FFF2-40B4-BE49-F238E27FC236}">
                  <a16:creationId xmlns:a16="http://schemas.microsoft.com/office/drawing/2014/main" id="{95A2DA02-F74A-C383-8A5A-4C828FA8492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0323" y="2673083"/>
              <a:ext cx="3638550" cy="451878"/>
            </a:xfrm>
            <a:prstGeom prst="rect">
              <a:avLst/>
            </a:prstGeom>
          </p:spPr>
        </p:pic>
        <p:pic>
          <p:nvPicPr>
            <p:cNvPr id="43" name="object 12">
              <a:extLst>
                <a:ext uri="{FF2B5EF4-FFF2-40B4-BE49-F238E27FC236}">
                  <a16:creationId xmlns:a16="http://schemas.microsoft.com/office/drawing/2014/main" id="{DAA268B7-4976-AA07-340F-ABB1102E8B3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0215" y="1700771"/>
              <a:ext cx="2318766" cy="977658"/>
            </a:xfrm>
            <a:prstGeom prst="rect">
              <a:avLst/>
            </a:prstGeom>
          </p:spPr>
        </p:pic>
        <p:pic>
          <p:nvPicPr>
            <p:cNvPr id="44" name="object 13">
              <a:extLst>
                <a:ext uri="{FF2B5EF4-FFF2-40B4-BE49-F238E27FC236}">
                  <a16:creationId xmlns:a16="http://schemas.microsoft.com/office/drawing/2014/main" id="{369442A7-DCCC-59F7-7F78-A4719C2170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3283" y="1856219"/>
              <a:ext cx="2332482" cy="991374"/>
            </a:xfrm>
            <a:prstGeom prst="rect">
              <a:avLst/>
            </a:prstGeom>
          </p:spPr>
        </p:pic>
      </p:grpSp>
      <p:sp>
        <p:nvSpPr>
          <p:cNvPr id="45" name="object 14">
            <a:extLst>
              <a:ext uri="{FF2B5EF4-FFF2-40B4-BE49-F238E27FC236}">
                <a16:creationId xmlns:a16="http://schemas.microsoft.com/office/drawing/2014/main" id="{2C435AA0-5DD0-91F9-4162-35B996ADBECE}"/>
              </a:ext>
            </a:extLst>
          </p:cNvPr>
          <p:cNvSpPr txBox="1"/>
          <p:nvPr/>
        </p:nvSpPr>
        <p:spPr>
          <a:xfrm>
            <a:off x="3275457" y="1493863"/>
            <a:ext cx="121348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latin typeface="Times New Roman"/>
                <a:cs typeface="Times New Roman"/>
              </a:rPr>
              <a:t>Stream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46" name="object 15">
            <a:extLst>
              <a:ext uri="{FF2B5EF4-FFF2-40B4-BE49-F238E27FC236}">
                <a16:creationId xmlns:a16="http://schemas.microsoft.com/office/drawing/2014/main" id="{E5F0CED6-7C39-9480-2BEF-7C08C0FB2572}"/>
              </a:ext>
            </a:extLst>
          </p:cNvPr>
          <p:cNvGrpSpPr/>
          <p:nvPr/>
        </p:nvGrpSpPr>
        <p:grpSpPr>
          <a:xfrm>
            <a:off x="257555" y="2566289"/>
            <a:ext cx="3462020" cy="1145540"/>
            <a:chOff x="196595" y="3119615"/>
            <a:chExt cx="3462020" cy="1145540"/>
          </a:xfrm>
        </p:grpSpPr>
        <p:pic>
          <p:nvPicPr>
            <p:cNvPr id="47" name="object 16">
              <a:extLst>
                <a:ext uri="{FF2B5EF4-FFF2-40B4-BE49-F238E27FC236}">
                  <a16:creationId xmlns:a16="http://schemas.microsoft.com/office/drawing/2014/main" id="{17689785-0B69-CA5C-32CF-064092B5ED3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6595" y="3119615"/>
              <a:ext cx="3284982" cy="977658"/>
            </a:xfrm>
            <a:prstGeom prst="rect">
              <a:avLst/>
            </a:prstGeom>
          </p:spPr>
        </p:pic>
        <p:pic>
          <p:nvPicPr>
            <p:cNvPr id="48" name="object 17">
              <a:extLst>
                <a:ext uri="{FF2B5EF4-FFF2-40B4-BE49-F238E27FC236}">
                  <a16:creationId xmlns:a16="http://schemas.microsoft.com/office/drawing/2014/main" id="{C8E55554-1D85-6BF5-4463-2C4957E58C6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663" y="3275063"/>
              <a:ext cx="3298698" cy="989850"/>
            </a:xfrm>
            <a:prstGeom prst="rect">
              <a:avLst/>
            </a:prstGeom>
          </p:spPr>
        </p:pic>
      </p:grpSp>
      <p:sp>
        <p:nvSpPr>
          <p:cNvPr id="49" name="object 18">
            <a:extLst>
              <a:ext uri="{FF2B5EF4-FFF2-40B4-BE49-F238E27FC236}">
                <a16:creationId xmlns:a16="http://schemas.microsoft.com/office/drawing/2014/main" id="{C7BB47BB-7D21-41CE-AB31-5BC99FB79A2A}"/>
              </a:ext>
            </a:extLst>
          </p:cNvPr>
          <p:cNvSpPr txBox="1"/>
          <p:nvPr/>
        </p:nvSpPr>
        <p:spPr>
          <a:xfrm>
            <a:off x="1016609" y="2913012"/>
            <a:ext cx="210883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Times New Roman"/>
                <a:cs typeface="Times New Roman"/>
              </a:rPr>
              <a:t>Byte </a:t>
            </a:r>
            <a:r>
              <a:rPr sz="3300" spc="-10" dirty="0">
                <a:latin typeface="Times New Roman"/>
                <a:cs typeface="Times New Roman"/>
              </a:rPr>
              <a:t>Stream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50" name="object 19">
            <a:extLst>
              <a:ext uri="{FF2B5EF4-FFF2-40B4-BE49-F238E27FC236}">
                <a16:creationId xmlns:a16="http://schemas.microsoft.com/office/drawing/2014/main" id="{67E69A59-5026-A148-03C0-F826751FEAC0}"/>
              </a:ext>
            </a:extLst>
          </p:cNvPr>
          <p:cNvGrpSpPr/>
          <p:nvPr/>
        </p:nvGrpSpPr>
        <p:grpSpPr>
          <a:xfrm>
            <a:off x="3878580" y="2566289"/>
            <a:ext cx="3462020" cy="1145540"/>
            <a:chOff x="3817620" y="3119615"/>
            <a:chExt cx="3462020" cy="1145540"/>
          </a:xfrm>
        </p:grpSpPr>
        <p:pic>
          <p:nvPicPr>
            <p:cNvPr id="51" name="object 20">
              <a:extLst>
                <a:ext uri="{FF2B5EF4-FFF2-40B4-BE49-F238E27FC236}">
                  <a16:creationId xmlns:a16="http://schemas.microsoft.com/office/drawing/2014/main" id="{ED7C542B-8157-42C3-122A-9CFC6B41B90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7620" y="3119615"/>
              <a:ext cx="3284981" cy="977658"/>
            </a:xfrm>
            <a:prstGeom prst="rect">
              <a:avLst/>
            </a:prstGeom>
          </p:spPr>
        </p:pic>
        <p:pic>
          <p:nvPicPr>
            <p:cNvPr id="52" name="object 21">
              <a:extLst>
                <a:ext uri="{FF2B5EF4-FFF2-40B4-BE49-F238E27FC236}">
                  <a16:creationId xmlns:a16="http://schemas.microsoft.com/office/drawing/2014/main" id="{6C124151-A058-8F5D-5BD1-B4231CFBE04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0688" y="3275063"/>
              <a:ext cx="3298698" cy="989850"/>
            </a:xfrm>
            <a:prstGeom prst="rect">
              <a:avLst/>
            </a:prstGeom>
          </p:spPr>
        </p:pic>
      </p:grpSp>
      <p:sp>
        <p:nvSpPr>
          <p:cNvPr id="53" name="object 22">
            <a:extLst>
              <a:ext uri="{FF2B5EF4-FFF2-40B4-BE49-F238E27FC236}">
                <a16:creationId xmlns:a16="http://schemas.microsoft.com/office/drawing/2014/main" id="{D7E2ED31-F666-C536-CF5E-32AB4287093F}"/>
              </a:ext>
            </a:extLst>
          </p:cNvPr>
          <p:cNvSpPr txBox="1"/>
          <p:nvPr/>
        </p:nvSpPr>
        <p:spPr>
          <a:xfrm>
            <a:off x="4220337" y="2913012"/>
            <a:ext cx="294449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Times New Roman"/>
                <a:cs typeface="Times New Roman"/>
              </a:rPr>
              <a:t>Character </a:t>
            </a:r>
            <a:r>
              <a:rPr sz="3300" spc="-10" dirty="0">
                <a:latin typeface="Times New Roman"/>
                <a:cs typeface="Times New Roman"/>
              </a:rPr>
              <a:t>Stream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54" name="object 23">
            <a:extLst>
              <a:ext uri="{FF2B5EF4-FFF2-40B4-BE49-F238E27FC236}">
                <a16:creationId xmlns:a16="http://schemas.microsoft.com/office/drawing/2014/main" id="{B6254E35-14AC-DC9A-A449-C79AEBF34A37}"/>
              </a:ext>
            </a:extLst>
          </p:cNvPr>
          <p:cNvGrpSpPr/>
          <p:nvPr/>
        </p:nvGrpSpPr>
        <p:grpSpPr>
          <a:xfrm>
            <a:off x="6906695" y="913785"/>
            <a:ext cx="2148840" cy="1939289"/>
            <a:chOff x="6845735" y="1467111"/>
            <a:chExt cx="2148840" cy="1939289"/>
          </a:xfrm>
        </p:grpSpPr>
        <p:sp>
          <p:nvSpPr>
            <p:cNvPr id="55" name="object 24">
              <a:extLst>
                <a:ext uri="{FF2B5EF4-FFF2-40B4-BE49-F238E27FC236}">
                  <a16:creationId xmlns:a16="http://schemas.microsoft.com/office/drawing/2014/main" id="{D6949746-FC42-7D28-7FCB-7C3AD4FAF200}"/>
                </a:ext>
              </a:extLst>
            </p:cNvPr>
            <p:cNvSpPr/>
            <p:nvPr/>
          </p:nvSpPr>
          <p:spPr>
            <a:xfrm>
              <a:off x="6852085" y="1473461"/>
              <a:ext cx="2136140" cy="1677035"/>
            </a:xfrm>
            <a:custGeom>
              <a:avLst/>
              <a:gdLst/>
              <a:ahLst/>
              <a:cxnLst/>
              <a:rect l="l" t="t" r="r" b="b"/>
              <a:pathLst>
                <a:path w="2136140" h="1677035">
                  <a:moveTo>
                    <a:pt x="1316941" y="0"/>
                  </a:moveTo>
                  <a:lnTo>
                    <a:pt x="1275286" y="1543"/>
                  </a:lnTo>
                  <a:lnTo>
                    <a:pt x="1234972" y="11517"/>
                  </a:lnTo>
                  <a:lnTo>
                    <a:pt x="1197165" y="29503"/>
                  </a:lnTo>
                  <a:lnTo>
                    <a:pt x="1163029" y="55086"/>
                  </a:lnTo>
                  <a:lnTo>
                    <a:pt x="1133729" y="87848"/>
                  </a:lnTo>
                  <a:lnTo>
                    <a:pt x="1110433" y="127373"/>
                  </a:lnTo>
                  <a:lnTo>
                    <a:pt x="1096367" y="113565"/>
                  </a:lnTo>
                  <a:lnTo>
                    <a:pt x="1065713" y="89475"/>
                  </a:lnTo>
                  <a:lnTo>
                    <a:pt x="1005402" y="59481"/>
                  </a:lnTo>
                  <a:lnTo>
                    <a:pt x="960302" y="48671"/>
                  </a:lnTo>
                  <a:lnTo>
                    <a:pt x="914923" y="46483"/>
                  </a:lnTo>
                  <a:lnTo>
                    <a:pt x="870269" y="52589"/>
                  </a:lnTo>
                  <a:lnTo>
                    <a:pt x="827342" y="66662"/>
                  </a:lnTo>
                  <a:lnTo>
                    <a:pt x="787147" y="88374"/>
                  </a:lnTo>
                  <a:lnTo>
                    <a:pt x="750687" y="117399"/>
                  </a:lnTo>
                  <a:lnTo>
                    <a:pt x="718964" y="153410"/>
                  </a:lnTo>
                  <a:lnTo>
                    <a:pt x="692984" y="196080"/>
                  </a:lnTo>
                  <a:lnTo>
                    <a:pt x="642856" y="170380"/>
                  </a:lnTo>
                  <a:lnTo>
                    <a:pt x="589812" y="154027"/>
                  </a:lnTo>
                  <a:lnTo>
                    <a:pt x="534982" y="147270"/>
                  </a:lnTo>
                  <a:lnTo>
                    <a:pt x="479497" y="150360"/>
                  </a:lnTo>
                  <a:lnTo>
                    <a:pt x="435066" y="160107"/>
                  </a:lnTo>
                  <a:lnTo>
                    <a:pt x="393253" y="175757"/>
                  </a:lnTo>
                  <a:lnTo>
                    <a:pt x="354396" y="196834"/>
                  </a:lnTo>
                  <a:lnTo>
                    <a:pt x="318837" y="222858"/>
                  </a:lnTo>
                  <a:lnTo>
                    <a:pt x="286917" y="253352"/>
                  </a:lnTo>
                  <a:lnTo>
                    <a:pt x="258977" y="287837"/>
                  </a:lnTo>
                  <a:lnTo>
                    <a:pt x="235358" y="325836"/>
                  </a:lnTo>
                  <a:lnTo>
                    <a:pt x="216400" y="366871"/>
                  </a:lnTo>
                  <a:lnTo>
                    <a:pt x="202444" y="410463"/>
                  </a:lnTo>
                  <a:lnTo>
                    <a:pt x="193832" y="456136"/>
                  </a:lnTo>
                  <a:lnTo>
                    <a:pt x="190904" y="503409"/>
                  </a:lnTo>
                  <a:lnTo>
                    <a:pt x="194001" y="551807"/>
                  </a:lnTo>
                  <a:lnTo>
                    <a:pt x="192223" y="557014"/>
                  </a:lnTo>
                  <a:lnTo>
                    <a:pt x="142863" y="568886"/>
                  </a:lnTo>
                  <a:lnTo>
                    <a:pt x="98052" y="592462"/>
                  </a:lnTo>
                  <a:lnTo>
                    <a:pt x="59528" y="626540"/>
                  </a:lnTo>
                  <a:lnTo>
                    <a:pt x="29028" y="669917"/>
                  </a:lnTo>
                  <a:lnTo>
                    <a:pt x="10920" y="712413"/>
                  </a:lnTo>
                  <a:lnTo>
                    <a:pt x="1348" y="756572"/>
                  </a:lnTo>
                  <a:lnTo>
                    <a:pt x="0" y="801127"/>
                  </a:lnTo>
                  <a:lnTo>
                    <a:pt x="6565" y="844811"/>
                  </a:lnTo>
                  <a:lnTo>
                    <a:pt x="20732" y="886359"/>
                  </a:lnTo>
                  <a:lnTo>
                    <a:pt x="42190" y="924502"/>
                  </a:lnTo>
                  <a:lnTo>
                    <a:pt x="70628" y="957975"/>
                  </a:lnTo>
                  <a:lnTo>
                    <a:pt x="105736" y="985512"/>
                  </a:lnTo>
                  <a:lnTo>
                    <a:pt x="77579" y="1025620"/>
                  </a:lnTo>
                  <a:lnTo>
                    <a:pt x="58412" y="1070729"/>
                  </a:lnTo>
                  <a:lnTo>
                    <a:pt x="48746" y="1119171"/>
                  </a:lnTo>
                  <a:lnTo>
                    <a:pt x="49094" y="1169281"/>
                  </a:lnTo>
                  <a:lnTo>
                    <a:pt x="58488" y="1214705"/>
                  </a:lnTo>
                  <a:lnTo>
                    <a:pt x="75651" y="1255954"/>
                  </a:lnTo>
                  <a:lnTo>
                    <a:pt x="99620" y="1292220"/>
                  </a:lnTo>
                  <a:lnTo>
                    <a:pt x="129437" y="1322697"/>
                  </a:lnTo>
                  <a:lnTo>
                    <a:pt x="164142" y="1346577"/>
                  </a:lnTo>
                  <a:lnTo>
                    <a:pt x="202774" y="1363055"/>
                  </a:lnTo>
                  <a:lnTo>
                    <a:pt x="244373" y="1371323"/>
                  </a:lnTo>
                  <a:lnTo>
                    <a:pt x="287981" y="1370576"/>
                  </a:lnTo>
                  <a:lnTo>
                    <a:pt x="290648" y="1375529"/>
                  </a:lnTo>
                  <a:lnTo>
                    <a:pt x="319226" y="1420287"/>
                  </a:lnTo>
                  <a:lnTo>
                    <a:pt x="350384" y="1457849"/>
                  </a:lnTo>
                  <a:lnTo>
                    <a:pt x="385030" y="1490495"/>
                  </a:lnTo>
                  <a:lnTo>
                    <a:pt x="422671" y="1518095"/>
                  </a:lnTo>
                  <a:lnTo>
                    <a:pt x="462818" y="1540517"/>
                  </a:lnTo>
                  <a:lnTo>
                    <a:pt x="504979" y="1557630"/>
                  </a:lnTo>
                  <a:lnTo>
                    <a:pt x="548663" y="1569304"/>
                  </a:lnTo>
                  <a:lnTo>
                    <a:pt x="593381" y="1575407"/>
                  </a:lnTo>
                  <a:lnTo>
                    <a:pt x="638641" y="1575808"/>
                  </a:lnTo>
                  <a:lnTo>
                    <a:pt x="683952" y="1570375"/>
                  </a:lnTo>
                  <a:lnTo>
                    <a:pt x="728823" y="1558979"/>
                  </a:lnTo>
                  <a:lnTo>
                    <a:pt x="772764" y="1541487"/>
                  </a:lnTo>
                  <a:lnTo>
                    <a:pt x="815285" y="1517769"/>
                  </a:lnTo>
                  <a:lnTo>
                    <a:pt x="843454" y="1556834"/>
                  </a:lnTo>
                  <a:lnTo>
                    <a:pt x="876111" y="1591144"/>
                  </a:lnTo>
                  <a:lnTo>
                    <a:pt x="912741" y="1620273"/>
                  </a:lnTo>
                  <a:lnTo>
                    <a:pt x="952835" y="1643793"/>
                  </a:lnTo>
                  <a:lnTo>
                    <a:pt x="995879" y="1661279"/>
                  </a:lnTo>
                  <a:lnTo>
                    <a:pt x="1040071" y="1672227"/>
                  </a:lnTo>
                  <a:lnTo>
                    <a:pt x="1084181" y="1676623"/>
                  </a:lnTo>
                  <a:lnTo>
                    <a:pt x="1127713" y="1674750"/>
                  </a:lnTo>
                  <a:lnTo>
                    <a:pt x="1170170" y="1666895"/>
                  </a:lnTo>
                  <a:lnTo>
                    <a:pt x="1211057" y="1653340"/>
                  </a:lnTo>
                  <a:lnTo>
                    <a:pt x="1249879" y="1634370"/>
                  </a:lnTo>
                  <a:lnTo>
                    <a:pt x="1286139" y="1610271"/>
                  </a:lnTo>
                  <a:lnTo>
                    <a:pt x="1319343" y="1581325"/>
                  </a:lnTo>
                  <a:lnTo>
                    <a:pt x="1348994" y="1547818"/>
                  </a:lnTo>
                  <a:lnTo>
                    <a:pt x="1374597" y="1510034"/>
                  </a:lnTo>
                  <a:lnTo>
                    <a:pt x="1395657" y="1468257"/>
                  </a:lnTo>
                  <a:lnTo>
                    <a:pt x="1411677" y="1422773"/>
                  </a:lnTo>
                  <a:lnTo>
                    <a:pt x="1446401" y="1442479"/>
                  </a:lnTo>
                  <a:lnTo>
                    <a:pt x="1483162" y="1456888"/>
                  </a:lnTo>
                  <a:lnTo>
                    <a:pt x="1521423" y="1465796"/>
                  </a:lnTo>
                  <a:lnTo>
                    <a:pt x="1560648" y="1469001"/>
                  </a:lnTo>
                  <a:lnTo>
                    <a:pt x="1607039" y="1465413"/>
                  </a:lnTo>
                  <a:lnTo>
                    <a:pt x="1651100" y="1454228"/>
                  </a:lnTo>
                  <a:lnTo>
                    <a:pt x="1692240" y="1436071"/>
                  </a:lnTo>
                  <a:lnTo>
                    <a:pt x="1729867" y="1411566"/>
                  </a:lnTo>
                  <a:lnTo>
                    <a:pt x="1763387" y="1381339"/>
                  </a:lnTo>
                  <a:lnTo>
                    <a:pt x="1792210" y="1346014"/>
                  </a:lnTo>
                  <a:lnTo>
                    <a:pt x="1815744" y="1306216"/>
                  </a:lnTo>
                  <a:lnTo>
                    <a:pt x="1833395" y="1262570"/>
                  </a:lnTo>
                  <a:lnTo>
                    <a:pt x="1844572" y="1215700"/>
                  </a:lnTo>
                  <a:lnTo>
                    <a:pt x="1848684" y="1166233"/>
                  </a:lnTo>
                  <a:lnTo>
                    <a:pt x="1890776" y="1156791"/>
                  </a:lnTo>
                  <a:lnTo>
                    <a:pt x="1931202" y="1141753"/>
                  </a:lnTo>
                  <a:lnTo>
                    <a:pt x="1969484" y="1121334"/>
                  </a:lnTo>
                  <a:lnTo>
                    <a:pt x="2005148" y="1095748"/>
                  </a:lnTo>
                  <a:lnTo>
                    <a:pt x="2039296" y="1063578"/>
                  </a:lnTo>
                  <a:lnTo>
                    <a:pt x="2068412" y="1027667"/>
                  </a:lnTo>
                  <a:lnTo>
                    <a:pt x="2092424" y="988611"/>
                  </a:lnTo>
                  <a:lnTo>
                    <a:pt x="2111259" y="947007"/>
                  </a:lnTo>
                  <a:lnTo>
                    <a:pt x="2124842" y="903452"/>
                  </a:lnTo>
                  <a:lnTo>
                    <a:pt x="2133100" y="858543"/>
                  </a:lnTo>
                  <a:lnTo>
                    <a:pt x="2135961" y="812878"/>
                  </a:lnTo>
                  <a:lnTo>
                    <a:pt x="2133352" y="767053"/>
                  </a:lnTo>
                  <a:lnTo>
                    <a:pt x="2125198" y="721665"/>
                  </a:lnTo>
                  <a:lnTo>
                    <a:pt x="2111428" y="677312"/>
                  </a:lnTo>
                  <a:lnTo>
                    <a:pt x="2091967" y="634590"/>
                  </a:lnTo>
                  <a:lnTo>
                    <a:pt x="2066743" y="594098"/>
                  </a:lnTo>
                  <a:lnTo>
                    <a:pt x="2070199" y="584981"/>
                  </a:lnTo>
                  <a:lnTo>
                    <a:pt x="2073347" y="575746"/>
                  </a:lnTo>
                  <a:lnTo>
                    <a:pt x="2076208" y="566416"/>
                  </a:lnTo>
                  <a:lnTo>
                    <a:pt x="2078808" y="557014"/>
                  </a:lnTo>
                  <a:lnTo>
                    <a:pt x="2087154" y="506876"/>
                  </a:lnTo>
                  <a:lnTo>
                    <a:pt x="2087057" y="457361"/>
                  </a:lnTo>
                  <a:lnTo>
                    <a:pt x="2079038" y="409449"/>
                  </a:lnTo>
                  <a:lnTo>
                    <a:pt x="2063619" y="364121"/>
                  </a:lnTo>
                  <a:lnTo>
                    <a:pt x="2041320" y="322358"/>
                  </a:lnTo>
                  <a:lnTo>
                    <a:pt x="2012664" y="285139"/>
                  </a:lnTo>
                  <a:lnTo>
                    <a:pt x="1978173" y="253446"/>
                  </a:lnTo>
                  <a:lnTo>
                    <a:pt x="1938367" y="228259"/>
                  </a:lnTo>
                  <a:lnTo>
                    <a:pt x="1893769" y="210558"/>
                  </a:lnTo>
                  <a:lnTo>
                    <a:pt x="1882968" y="167836"/>
                  </a:lnTo>
                  <a:lnTo>
                    <a:pt x="1865559" y="128055"/>
                  </a:lnTo>
                  <a:lnTo>
                    <a:pt x="1842030" y="92061"/>
                  </a:lnTo>
                  <a:lnTo>
                    <a:pt x="1812870" y="60698"/>
                  </a:lnTo>
                  <a:lnTo>
                    <a:pt x="1772829" y="31299"/>
                  </a:lnTo>
                  <a:lnTo>
                    <a:pt x="1729435" y="11602"/>
                  </a:lnTo>
                  <a:lnTo>
                    <a:pt x="1684046" y="1487"/>
                  </a:lnTo>
                  <a:lnTo>
                    <a:pt x="1638022" y="833"/>
                  </a:lnTo>
                  <a:lnTo>
                    <a:pt x="1592726" y="9519"/>
                  </a:lnTo>
                  <a:lnTo>
                    <a:pt x="1549515" y="27426"/>
                  </a:lnTo>
                  <a:lnTo>
                    <a:pt x="1509752" y="54431"/>
                  </a:lnTo>
                  <a:lnTo>
                    <a:pt x="1474796" y="90416"/>
                  </a:lnTo>
                  <a:lnTo>
                    <a:pt x="1458726" y="70391"/>
                  </a:lnTo>
                  <a:lnTo>
                    <a:pt x="1440728" y="52522"/>
                  </a:lnTo>
                  <a:lnTo>
                    <a:pt x="1420968" y="36962"/>
                  </a:lnTo>
                  <a:lnTo>
                    <a:pt x="1399612" y="23868"/>
                  </a:lnTo>
                  <a:lnTo>
                    <a:pt x="1358771" y="7302"/>
                  </a:lnTo>
                  <a:lnTo>
                    <a:pt x="131694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25">
              <a:extLst>
                <a:ext uri="{FF2B5EF4-FFF2-40B4-BE49-F238E27FC236}">
                  <a16:creationId xmlns:a16="http://schemas.microsoft.com/office/drawing/2014/main" id="{6700374D-81EE-D707-944C-C360030E23F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6131" y="3204844"/>
              <a:ext cx="186309" cy="195325"/>
            </a:xfrm>
            <a:prstGeom prst="rect">
              <a:avLst/>
            </a:prstGeom>
          </p:spPr>
        </p:pic>
        <p:sp>
          <p:nvSpPr>
            <p:cNvPr id="57" name="object 26">
              <a:extLst>
                <a:ext uri="{FF2B5EF4-FFF2-40B4-BE49-F238E27FC236}">
                  <a16:creationId xmlns:a16="http://schemas.microsoft.com/office/drawing/2014/main" id="{32853BF1-5E75-4318-6CA7-FAD58509C248}"/>
                </a:ext>
              </a:extLst>
            </p:cNvPr>
            <p:cNvSpPr/>
            <p:nvPr/>
          </p:nvSpPr>
          <p:spPr>
            <a:xfrm>
              <a:off x="7419593" y="3016884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39700" y="0"/>
                  </a:moveTo>
                  <a:lnTo>
                    <a:pt x="95520" y="7128"/>
                  </a:lnTo>
                  <a:lnTo>
                    <a:pt x="57168" y="26972"/>
                  </a:lnTo>
                  <a:lnTo>
                    <a:pt x="26936" y="57223"/>
                  </a:lnTo>
                  <a:lnTo>
                    <a:pt x="7116" y="95569"/>
                  </a:lnTo>
                  <a:lnTo>
                    <a:pt x="0" y="139700"/>
                  </a:lnTo>
                  <a:lnTo>
                    <a:pt x="7116" y="183879"/>
                  </a:lnTo>
                  <a:lnTo>
                    <a:pt x="26936" y="222231"/>
                  </a:lnTo>
                  <a:lnTo>
                    <a:pt x="57168" y="252463"/>
                  </a:lnTo>
                  <a:lnTo>
                    <a:pt x="95520" y="272283"/>
                  </a:lnTo>
                  <a:lnTo>
                    <a:pt x="139700" y="279400"/>
                  </a:lnTo>
                  <a:lnTo>
                    <a:pt x="183830" y="272283"/>
                  </a:lnTo>
                  <a:lnTo>
                    <a:pt x="222176" y="252463"/>
                  </a:lnTo>
                  <a:lnTo>
                    <a:pt x="252427" y="222231"/>
                  </a:lnTo>
                  <a:lnTo>
                    <a:pt x="272271" y="183879"/>
                  </a:lnTo>
                  <a:lnTo>
                    <a:pt x="279400" y="139700"/>
                  </a:lnTo>
                  <a:lnTo>
                    <a:pt x="272271" y="95569"/>
                  </a:lnTo>
                  <a:lnTo>
                    <a:pt x="252427" y="57223"/>
                  </a:lnTo>
                  <a:lnTo>
                    <a:pt x="222176" y="26972"/>
                  </a:lnTo>
                  <a:lnTo>
                    <a:pt x="183830" y="7128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27">
              <a:extLst>
                <a:ext uri="{FF2B5EF4-FFF2-40B4-BE49-F238E27FC236}">
                  <a16:creationId xmlns:a16="http://schemas.microsoft.com/office/drawing/2014/main" id="{02E1331E-7369-8D3C-D201-9E3AE8BA5D0B}"/>
                </a:ext>
              </a:extLst>
            </p:cNvPr>
            <p:cNvSpPr/>
            <p:nvPr/>
          </p:nvSpPr>
          <p:spPr>
            <a:xfrm>
              <a:off x="6852085" y="1473461"/>
              <a:ext cx="2136140" cy="1677035"/>
            </a:xfrm>
            <a:custGeom>
              <a:avLst/>
              <a:gdLst/>
              <a:ahLst/>
              <a:cxnLst/>
              <a:rect l="l" t="t" r="r" b="b"/>
              <a:pathLst>
                <a:path w="2136140" h="1677035">
                  <a:moveTo>
                    <a:pt x="194001" y="551807"/>
                  </a:moveTo>
                  <a:lnTo>
                    <a:pt x="190904" y="503409"/>
                  </a:lnTo>
                  <a:lnTo>
                    <a:pt x="193832" y="456136"/>
                  </a:lnTo>
                  <a:lnTo>
                    <a:pt x="202444" y="410463"/>
                  </a:lnTo>
                  <a:lnTo>
                    <a:pt x="216400" y="366871"/>
                  </a:lnTo>
                  <a:lnTo>
                    <a:pt x="235358" y="325836"/>
                  </a:lnTo>
                  <a:lnTo>
                    <a:pt x="258977" y="287837"/>
                  </a:lnTo>
                  <a:lnTo>
                    <a:pt x="286917" y="253352"/>
                  </a:lnTo>
                  <a:lnTo>
                    <a:pt x="318837" y="222858"/>
                  </a:lnTo>
                  <a:lnTo>
                    <a:pt x="354396" y="196834"/>
                  </a:lnTo>
                  <a:lnTo>
                    <a:pt x="393253" y="175757"/>
                  </a:lnTo>
                  <a:lnTo>
                    <a:pt x="435066" y="160107"/>
                  </a:lnTo>
                  <a:lnTo>
                    <a:pt x="479497" y="150360"/>
                  </a:lnTo>
                  <a:lnTo>
                    <a:pt x="534982" y="147270"/>
                  </a:lnTo>
                  <a:lnTo>
                    <a:pt x="589812" y="154027"/>
                  </a:lnTo>
                  <a:lnTo>
                    <a:pt x="642856" y="170380"/>
                  </a:lnTo>
                  <a:lnTo>
                    <a:pt x="692984" y="196080"/>
                  </a:lnTo>
                  <a:lnTo>
                    <a:pt x="718964" y="153410"/>
                  </a:lnTo>
                  <a:lnTo>
                    <a:pt x="750687" y="117399"/>
                  </a:lnTo>
                  <a:lnTo>
                    <a:pt x="787147" y="88374"/>
                  </a:lnTo>
                  <a:lnTo>
                    <a:pt x="827342" y="66662"/>
                  </a:lnTo>
                  <a:lnTo>
                    <a:pt x="870269" y="52589"/>
                  </a:lnTo>
                  <a:lnTo>
                    <a:pt x="914923" y="46483"/>
                  </a:lnTo>
                  <a:lnTo>
                    <a:pt x="960302" y="48671"/>
                  </a:lnTo>
                  <a:lnTo>
                    <a:pt x="1005402" y="59481"/>
                  </a:lnTo>
                  <a:lnTo>
                    <a:pt x="1049219" y="79240"/>
                  </a:lnTo>
                  <a:lnTo>
                    <a:pt x="1081445" y="100925"/>
                  </a:lnTo>
                  <a:lnTo>
                    <a:pt x="1110433" y="127373"/>
                  </a:lnTo>
                  <a:lnTo>
                    <a:pt x="1133729" y="87848"/>
                  </a:lnTo>
                  <a:lnTo>
                    <a:pt x="1163029" y="55086"/>
                  </a:lnTo>
                  <a:lnTo>
                    <a:pt x="1197165" y="29503"/>
                  </a:lnTo>
                  <a:lnTo>
                    <a:pt x="1234972" y="11517"/>
                  </a:lnTo>
                  <a:lnTo>
                    <a:pt x="1275286" y="1543"/>
                  </a:lnTo>
                  <a:lnTo>
                    <a:pt x="1316941" y="0"/>
                  </a:lnTo>
                  <a:lnTo>
                    <a:pt x="1358771" y="7302"/>
                  </a:lnTo>
                  <a:lnTo>
                    <a:pt x="1399612" y="23868"/>
                  </a:lnTo>
                  <a:lnTo>
                    <a:pt x="1440728" y="52522"/>
                  </a:lnTo>
                  <a:lnTo>
                    <a:pt x="1474796" y="90416"/>
                  </a:lnTo>
                  <a:lnTo>
                    <a:pt x="1509752" y="54431"/>
                  </a:lnTo>
                  <a:lnTo>
                    <a:pt x="1549515" y="27426"/>
                  </a:lnTo>
                  <a:lnTo>
                    <a:pt x="1592726" y="9519"/>
                  </a:lnTo>
                  <a:lnTo>
                    <a:pt x="1638022" y="833"/>
                  </a:lnTo>
                  <a:lnTo>
                    <a:pt x="1684046" y="1487"/>
                  </a:lnTo>
                  <a:lnTo>
                    <a:pt x="1729435" y="11602"/>
                  </a:lnTo>
                  <a:lnTo>
                    <a:pt x="1772829" y="31299"/>
                  </a:lnTo>
                  <a:lnTo>
                    <a:pt x="1812870" y="60698"/>
                  </a:lnTo>
                  <a:lnTo>
                    <a:pt x="1842030" y="92061"/>
                  </a:lnTo>
                  <a:lnTo>
                    <a:pt x="1865559" y="128055"/>
                  </a:lnTo>
                  <a:lnTo>
                    <a:pt x="1882968" y="167836"/>
                  </a:lnTo>
                  <a:lnTo>
                    <a:pt x="1893769" y="210558"/>
                  </a:lnTo>
                  <a:lnTo>
                    <a:pt x="1938367" y="228259"/>
                  </a:lnTo>
                  <a:lnTo>
                    <a:pt x="1978173" y="253446"/>
                  </a:lnTo>
                  <a:lnTo>
                    <a:pt x="2012664" y="285139"/>
                  </a:lnTo>
                  <a:lnTo>
                    <a:pt x="2041320" y="322358"/>
                  </a:lnTo>
                  <a:lnTo>
                    <a:pt x="2063619" y="364121"/>
                  </a:lnTo>
                  <a:lnTo>
                    <a:pt x="2079038" y="409449"/>
                  </a:lnTo>
                  <a:lnTo>
                    <a:pt x="2087057" y="457361"/>
                  </a:lnTo>
                  <a:lnTo>
                    <a:pt x="2087154" y="506876"/>
                  </a:lnTo>
                  <a:lnTo>
                    <a:pt x="2078808" y="557014"/>
                  </a:lnTo>
                  <a:lnTo>
                    <a:pt x="2076208" y="566416"/>
                  </a:lnTo>
                  <a:lnTo>
                    <a:pt x="2073347" y="575746"/>
                  </a:lnTo>
                  <a:lnTo>
                    <a:pt x="2070199" y="584981"/>
                  </a:lnTo>
                  <a:lnTo>
                    <a:pt x="2066743" y="594098"/>
                  </a:lnTo>
                  <a:lnTo>
                    <a:pt x="2091967" y="634590"/>
                  </a:lnTo>
                  <a:lnTo>
                    <a:pt x="2111428" y="677312"/>
                  </a:lnTo>
                  <a:lnTo>
                    <a:pt x="2125198" y="721665"/>
                  </a:lnTo>
                  <a:lnTo>
                    <a:pt x="2133352" y="767053"/>
                  </a:lnTo>
                  <a:lnTo>
                    <a:pt x="2135961" y="812878"/>
                  </a:lnTo>
                  <a:lnTo>
                    <a:pt x="2133100" y="858543"/>
                  </a:lnTo>
                  <a:lnTo>
                    <a:pt x="2124842" y="903452"/>
                  </a:lnTo>
                  <a:lnTo>
                    <a:pt x="2111259" y="947007"/>
                  </a:lnTo>
                  <a:lnTo>
                    <a:pt x="2092424" y="988611"/>
                  </a:lnTo>
                  <a:lnTo>
                    <a:pt x="2068412" y="1027667"/>
                  </a:lnTo>
                  <a:lnTo>
                    <a:pt x="2039296" y="1063578"/>
                  </a:lnTo>
                  <a:lnTo>
                    <a:pt x="2005148" y="1095748"/>
                  </a:lnTo>
                  <a:lnTo>
                    <a:pt x="1969484" y="1121334"/>
                  </a:lnTo>
                  <a:lnTo>
                    <a:pt x="1931202" y="1141753"/>
                  </a:lnTo>
                  <a:lnTo>
                    <a:pt x="1890776" y="1156791"/>
                  </a:lnTo>
                  <a:lnTo>
                    <a:pt x="1848684" y="1166233"/>
                  </a:lnTo>
                  <a:lnTo>
                    <a:pt x="1844572" y="1215700"/>
                  </a:lnTo>
                  <a:lnTo>
                    <a:pt x="1833395" y="1262570"/>
                  </a:lnTo>
                  <a:lnTo>
                    <a:pt x="1815744" y="1306216"/>
                  </a:lnTo>
                  <a:lnTo>
                    <a:pt x="1792210" y="1346014"/>
                  </a:lnTo>
                  <a:lnTo>
                    <a:pt x="1763387" y="1381339"/>
                  </a:lnTo>
                  <a:lnTo>
                    <a:pt x="1729867" y="1411566"/>
                  </a:lnTo>
                  <a:lnTo>
                    <a:pt x="1692240" y="1436071"/>
                  </a:lnTo>
                  <a:lnTo>
                    <a:pt x="1651100" y="1454228"/>
                  </a:lnTo>
                  <a:lnTo>
                    <a:pt x="1607039" y="1465413"/>
                  </a:lnTo>
                  <a:lnTo>
                    <a:pt x="1560648" y="1469001"/>
                  </a:lnTo>
                  <a:lnTo>
                    <a:pt x="1521423" y="1465796"/>
                  </a:lnTo>
                  <a:lnTo>
                    <a:pt x="1483162" y="1456888"/>
                  </a:lnTo>
                  <a:lnTo>
                    <a:pt x="1446401" y="1442479"/>
                  </a:lnTo>
                  <a:lnTo>
                    <a:pt x="1411677" y="1422773"/>
                  </a:lnTo>
                  <a:lnTo>
                    <a:pt x="1395657" y="1468257"/>
                  </a:lnTo>
                  <a:lnTo>
                    <a:pt x="1374597" y="1510034"/>
                  </a:lnTo>
                  <a:lnTo>
                    <a:pt x="1348994" y="1547818"/>
                  </a:lnTo>
                  <a:lnTo>
                    <a:pt x="1319343" y="1581325"/>
                  </a:lnTo>
                  <a:lnTo>
                    <a:pt x="1286139" y="1610271"/>
                  </a:lnTo>
                  <a:lnTo>
                    <a:pt x="1249879" y="1634370"/>
                  </a:lnTo>
                  <a:lnTo>
                    <a:pt x="1211057" y="1653340"/>
                  </a:lnTo>
                  <a:lnTo>
                    <a:pt x="1170170" y="1666895"/>
                  </a:lnTo>
                  <a:lnTo>
                    <a:pt x="1127713" y="1674750"/>
                  </a:lnTo>
                  <a:lnTo>
                    <a:pt x="1084181" y="1676623"/>
                  </a:lnTo>
                  <a:lnTo>
                    <a:pt x="1040071" y="1672227"/>
                  </a:lnTo>
                  <a:lnTo>
                    <a:pt x="995879" y="1661279"/>
                  </a:lnTo>
                  <a:lnTo>
                    <a:pt x="952835" y="1643793"/>
                  </a:lnTo>
                  <a:lnTo>
                    <a:pt x="912741" y="1620273"/>
                  </a:lnTo>
                  <a:lnTo>
                    <a:pt x="876111" y="1591144"/>
                  </a:lnTo>
                  <a:lnTo>
                    <a:pt x="843454" y="1556834"/>
                  </a:lnTo>
                  <a:lnTo>
                    <a:pt x="815285" y="1517769"/>
                  </a:lnTo>
                  <a:lnTo>
                    <a:pt x="772764" y="1541487"/>
                  </a:lnTo>
                  <a:lnTo>
                    <a:pt x="728823" y="1558979"/>
                  </a:lnTo>
                  <a:lnTo>
                    <a:pt x="683952" y="1570375"/>
                  </a:lnTo>
                  <a:lnTo>
                    <a:pt x="638641" y="1575808"/>
                  </a:lnTo>
                  <a:lnTo>
                    <a:pt x="593381" y="1575407"/>
                  </a:lnTo>
                  <a:lnTo>
                    <a:pt x="548663" y="1569304"/>
                  </a:lnTo>
                  <a:lnTo>
                    <a:pt x="504979" y="1557630"/>
                  </a:lnTo>
                  <a:lnTo>
                    <a:pt x="462818" y="1540517"/>
                  </a:lnTo>
                  <a:lnTo>
                    <a:pt x="422671" y="1518095"/>
                  </a:lnTo>
                  <a:lnTo>
                    <a:pt x="385030" y="1490495"/>
                  </a:lnTo>
                  <a:lnTo>
                    <a:pt x="350384" y="1457849"/>
                  </a:lnTo>
                  <a:lnTo>
                    <a:pt x="319226" y="1420287"/>
                  </a:lnTo>
                  <a:lnTo>
                    <a:pt x="292045" y="1377942"/>
                  </a:lnTo>
                  <a:lnTo>
                    <a:pt x="289378" y="1373116"/>
                  </a:lnTo>
                  <a:lnTo>
                    <a:pt x="287981" y="1370576"/>
                  </a:lnTo>
                  <a:lnTo>
                    <a:pt x="244373" y="1371323"/>
                  </a:lnTo>
                  <a:lnTo>
                    <a:pt x="202774" y="1363055"/>
                  </a:lnTo>
                  <a:lnTo>
                    <a:pt x="164142" y="1346577"/>
                  </a:lnTo>
                  <a:lnTo>
                    <a:pt x="129437" y="1322697"/>
                  </a:lnTo>
                  <a:lnTo>
                    <a:pt x="99620" y="1292220"/>
                  </a:lnTo>
                  <a:lnTo>
                    <a:pt x="75651" y="1255954"/>
                  </a:lnTo>
                  <a:lnTo>
                    <a:pt x="58488" y="1214705"/>
                  </a:lnTo>
                  <a:lnTo>
                    <a:pt x="49094" y="1169281"/>
                  </a:lnTo>
                  <a:lnTo>
                    <a:pt x="48746" y="1119171"/>
                  </a:lnTo>
                  <a:lnTo>
                    <a:pt x="58412" y="1070729"/>
                  </a:lnTo>
                  <a:lnTo>
                    <a:pt x="77579" y="1025620"/>
                  </a:lnTo>
                  <a:lnTo>
                    <a:pt x="105736" y="985512"/>
                  </a:lnTo>
                  <a:lnTo>
                    <a:pt x="70628" y="957975"/>
                  </a:lnTo>
                  <a:lnTo>
                    <a:pt x="42190" y="924502"/>
                  </a:lnTo>
                  <a:lnTo>
                    <a:pt x="20732" y="886359"/>
                  </a:lnTo>
                  <a:lnTo>
                    <a:pt x="6565" y="844811"/>
                  </a:lnTo>
                  <a:lnTo>
                    <a:pt x="0" y="801127"/>
                  </a:lnTo>
                  <a:lnTo>
                    <a:pt x="1348" y="756572"/>
                  </a:lnTo>
                  <a:lnTo>
                    <a:pt x="10920" y="712413"/>
                  </a:lnTo>
                  <a:lnTo>
                    <a:pt x="29028" y="669917"/>
                  </a:lnTo>
                  <a:lnTo>
                    <a:pt x="59528" y="626540"/>
                  </a:lnTo>
                  <a:lnTo>
                    <a:pt x="98052" y="592462"/>
                  </a:lnTo>
                  <a:lnTo>
                    <a:pt x="142863" y="568886"/>
                  </a:lnTo>
                  <a:lnTo>
                    <a:pt x="192223" y="557014"/>
                  </a:lnTo>
                  <a:lnTo>
                    <a:pt x="194001" y="5518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28">
              <a:extLst>
                <a:ext uri="{FF2B5EF4-FFF2-40B4-BE49-F238E27FC236}">
                  <a16:creationId xmlns:a16="http://schemas.microsoft.com/office/drawing/2014/main" id="{A219E1EB-6A9D-4417-D260-A86B6A29B51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00035" y="3198749"/>
              <a:ext cx="198501" cy="207518"/>
            </a:xfrm>
            <a:prstGeom prst="rect">
              <a:avLst/>
            </a:prstGeom>
          </p:spPr>
        </p:pic>
        <p:sp>
          <p:nvSpPr>
            <p:cNvPr id="60" name="object 29">
              <a:extLst>
                <a:ext uri="{FF2B5EF4-FFF2-40B4-BE49-F238E27FC236}">
                  <a16:creationId xmlns:a16="http://schemas.microsoft.com/office/drawing/2014/main" id="{D6D8930F-6727-D4E1-BC4C-7D080F5AAC33}"/>
                </a:ext>
              </a:extLst>
            </p:cNvPr>
            <p:cNvSpPr/>
            <p:nvPr/>
          </p:nvSpPr>
          <p:spPr>
            <a:xfrm>
              <a:off x="6960107" y="1558416"/>
              <a:ext cx="1957705" cy="1737995"/>
            </a:xfrm>
            <a:custGeom>
              <a:avLst/>
              <a:gdLst/>
              <a:ahLst/>
              <a:cxnLst/>
              <a:rect l="l" t="t" r="r" b="b"/>
              <a:pathLst>
                <a:path w="1957704" h="1737995">
                  <a:moveTo>
                    <a:pt x="738886" y="1598168"/>
                  </a:moveTo>
                  <a:lnTo>
                    <a:pt x="731757" y="1642347"/>
                  </a:lnTo>
                  <a:lnTo>
                    <a:pt x="711913" y="1680699"/>
                  </a:lnTo>
                  <a:lnTo>
                    <a:pt x="681662" y="1710931"/>
                  </a:lnTo>
                  <a:lnTo>
                    <a:pt x="643316" y="1730751"/>
                  </a:lnTo>
                  <a:lnTo>
                    <a:pt x="599186" y="1737868"/>
                  </a:lnTo>
                  <a:lnTo>
                    <a:pt x="555006" y="1730751"/>
                  </a:lnTo>
                  <a:lnTo>
                    <a:pt x="516654" y="1710931"/>
                  </a:lnTo>
                  <a:lnTo>
                    <a:pt x="486422" y="1680699"/>
                  </a:lnTo>
                  <a:lnTo>
                    <a:pt x="466602" y="1642347"/>
                  </a:lnTo>
                  <a:lnTo>
                    <a:pt x="459486" y="1598168"/>
                  </a:lnTo>
                  <a:lnTo>
                    <a:pt x="466602" y="1554037"/>
                  </a:lnTo>
                  <a:lnTo>
                    <a:pt x="486422" y="1515691"/>
                  </a:lnTo>
                  <a:lnTo>
                    <a:pt x="516654" y="1485440"/>
                  </a:lnTo>
                  <a:lnTo>
                    <a:pt x="555006" y="1465596"/>
                  </a:lnTo>
                  <a:lnTo>
                    <a:pt x="599186" y="1458468"/>
                  </a:lnTo>
                  <a:lnTo>
                    <a:pt x="643316" y="1465596"/>
                  </a:lnTo>
                  <a:lnTo>
                    <a:pt x="681662" y="1485440"/>
                  </a:lnTo>
                  <a:lnTo>
                    <a:pt x="711913" y="1515691"/>
                  </a:lnTo>
                  <a:lnTo>
                    <a:pt x="731757" y="1554037"/>
                  </a:lnTo>
                  <a:lnTo>
                    <a:pt x="738886" y="1598168"/>
                  </a:lnTo>
                  <a:close/>
                </a:path>
                <a:path w="1957704" h="1737995">
                  <a:moveTo>
                    <a:pt x="125095" y="925068"/>
                  </a:moveTo>
                  <a:lnTo>
                    <a:pt x="92440" y="925066"/>
                  </a:lnTo>
                  <a:lnTo>
                    <a:pt x="60356" y="919813"/>
                  </a:lnTo>
                  <a:lnTo>
                    <a:pt x="29368" y="909441"/>
                  </a:lnTo>
                  <a:lnTo>
                    <a:pt x="0" y="894080"/>
                  </a:lnTo>
                </a:path>
                <a:path w="1957704" h="1737995">
                  <a:moveTo>
                    <a:pt x="235458" y="1263523"/>
                  </a:moveTo>
                  <a:lnTo>
                    <a:pt x="222154" y="1268610"/>
                  </a:lnTo>
                  <a:lnTo>
                    <a:pt x="208565" y="1272794"/>
                  </a:lnTo>
                  <a:lnTo>
                    <a:pt x="194738" y="1276024"/>
                  </a:lnTo>
                  <a:lnTo>
                    <a:pt x="180721" y="1278255"/>
                  </a:lnTo>
                </a:path>
                <a:path w="1957704" h="1737995">
                  <a:moveTo>
                    <a:pt x="707136" y="1426083"/>
                  </a:moveTo>
                  <a:lnTo>
                    <a:pt x="697636" y="1409918"/>
                  </a:lnTo>
                  <a:lnTo>
                    <a:pt x="688959" y="1393253"/>
                  </a:lnTo>
                  <a:lnTo>
                    <a:pt x="681114" y="1376112"/>
                  </a:lnTo>
                  <a:lnTo>
                    <a:pt x="674116" y="1358519"/>
                  </a:lnTo>
                </a:path>
                <a:path w="1957704" h="1737995">
                  <a:moveTo>
                    <a:pt x="1316990" y="1257681"/>
                  </a:moveTo>
                  <a:lnTo>
                    <a:pt x="1315088" y="1276484"/>
                  </a:lnTo>
                  <a:lnTo>
                    <a:pt x="1312259" y="1295146"/>
                  </a:lnTo>
                  <a:lnTo>
                    <a:pt x="1308524" y="1313616"/>
                  </a:lnTo>
                  <a:lnTo>
                    <a:pt x="1303909" y="1331849"/>
                  </a:lnTo>
                </a:path>
                <a:path w="1957704" h="1737995">
                  <a:moveTo>
                    <a:pt x="1578864" y="799973"/>
                  </a:moveTo>
                  <a:lnTo>
                    <a:pt x="1619000" y="825333"/>
                  </a:lnTo>
                  <a:lnTo>
                    <a:pt x="1654190" y="856782"/>
                  </a:lnTo>
                  <a:lnTo>
                    <a:pt x="1683963" y="893505"/>
                  </a:lnTo>
                  <a:lnTo>
                    <a:pt x="1707851" y="934687"/>
                  </a:lnTo>
                  <a:lnTo>
                    <a:pt x="1725386" y="979513"/>
                  </a:lnTo>
                  <a:lnTo>
                    <a:pt x="1736098" y="1027166"/>
                  </a:lnTo>
                  <a:lnTo>
                    <a:pt x="1739519" y="1076833"/>
                  </a:lnTo>
                </a:path>
                <a:path w="1957704" h="1737995">
                  <a:moveTo>
                    <a:pt x="1957705" y="504952"/>
                  </a:moveTo>
                  <a:lnTo>
                    <a:pt x="1944139" y="534150"/>
                  </a:lnTo>
                  <a:lnTo>
                    <a:pt x="1927574" y="561371"/>
                  </a:lnTo>
                  <a:lnTo>
                    <a:pt x="1908198" y="586355"/>
                  </a:lnTo>
                  <a:lnTo>
                    <a:pt x="1886203" y="608838"/>
                  </a:lnTo>
                </a:path>
                <a:path w="1957704" h="1737995">
                  <a:moveTo>
                    <a:pt x="1786127" y="119761"/>
                  </a:moveTo>
                  <a:lnTo>
                    <a:pt x="1787864" y="131921"/>
                  </a:lnTo>
                  <a:lnTo>
                    <a:pt x="1789064" y="144176"/>
                  </a:lnTo>
                  <a:lnTo>
                    <a:pt x="1789717" y="156479"/>
                  </a:lnTo>
                  <a:lnTo>
                    <a:pt x="1789811" y="168783"/>
                  </a:lnTo>
                </a:path>
                <a:path w="1957704" h="1737995">
                  <a:moveTo>
                    <a:pt x="1329436" y="62611"/>
                  </a:moveTo>
                  <a:lnTo>
                    <a:pt x="1336974" y="45898"/>
                  </a:lnTo>
                  <a:lnTo>
                    <a:pt x="1345644" y="29876"/>
                  </a:lnTo>
                  <a:lnTo>
                    <a:pt x="1355385" y="14569"/>
                  </a:lnTo>
                  <a:lnTo>
                    <a:pt x="1366139" y="0"/>
                  </a:lnTo>
                </a:path>
                <a:path w="1957704" h="1737995">
                  <a:moveTo>
                    <a:pt x="986790" y="92329"/>
                  </a:moveTo>
                  <a:lnTo>
                    <a:pt x="990050" y="78432"/>
                  </a:lnTo>
                  <a:lnTo>
                    <a:pt x="994108" y="64785"/>
                  </a:lnTo>
                  <a:lnTo>
                    <a:pt x="998952" y="51448"/>
                  </a:lnTo>
                  <a:lnTo>
                    <a:pt x="1004570" y="38481"/>
                  </a:lnTo>
                </a:path>
                <a:path w="1957704" h="1737995">
                  <a:moveTo>
                    <a:pt x="584708" y="110617"/>
                  </a:moveTo>
                  <a:lnTo>
                    <a:pt x="601892" y="122132"/>
                  </a:lnTo>
                  <a:lnTo>
                    <a:pt x="618363" y="134731"/>
                  </a:lnTo>
                  <a:lnTo>
                    <a:pt x="634071" y="148353"/>
                  </a:lnTo>
                  <a:lnTo>
                    <a:pt x="648970" y="162941"/>
                  </a:lnTo>
                </a:path>
                <a:path w="1957704" h="1737995">
                  <a:moveTo>
                    <a:pt x="97155" y="521843"/>
                  </a:moveTo>
                  <a:lnTo>
                    <a:pt x="93587" y="508321"/>
                  </a:lnTo>
                  <a:lnTo>
                    <a:pt x="90519" y="494633"/>
                  </a:lnTo>
                  <a:lnTo>
                    <a:pt x="87975" y="480802"/>
                  </a:lnTo>
                  <a:lnTo>
                    <a:pt x="85978" y="4668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30">
            <a:extLst>
              <a:ext uri="{FF2B5EF4-FFF2-40B4-BE49-F238E27FC236}">
                <a16:creationId xmlns:a16="http://schemas.microsoft.com/office/drawing/2014/main" id="{CB564285-BE41-774D-ED70-1E62115CE275}"/>
              </a:ext>
            </a:extLst>
          </p:cNvPr>
          <p:cNvSpPr txBox="1"/>
          <p:nvPr/>
        </p:nvSpPr>
        <p:spPr>
          <a:xfrm>
            <a:off x="7348854" y="1086243"/>
            <a:ext cx="11169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Java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encapsulates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Stream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under java.io package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2" name="object 31">
            <a:extLst>
              <a:ext uri="{FF2B5EF4-FFF2-40B4-BE49-F238E27FC236}">
                <a16:creationId xmlns:a16="http://schemas.microsoft.com/office/drawing/2014/main" id="{A8619C27-B5D0-4DF4-79DE-4B94C1EA5FAB}"/>
              </a:ext>
            </a:extLst>
          </p:cNvPr>
          <p:cNvGrpSpPr/>
          <p:nvPr/>
        </p:nvGrpSpPr>
        <p:grpSpPr>
          <a:xfrm>
            <a:off x="1766061" y="3686302"/>
            <a:ext cx="3906520" cy="708660"/>
            <a:chOff x="1815083" y="4250435"/>
            <a:chExt cx="3906520" cy="708660"/>
          </a:xfrm>
        </p:grpSpPr>
        <p:sp>
          <p:nvSpPr>
            <p:cNvPr id="63" name="object 32">
              <a:extLst>
                <a:ext uri="{FF2B5EF4-FFF2-40B4-BE49-F238E27FC236}">
                  <a16:creationId xmlns:a16="http://schemas.microsoft.com/office/drawing/2014/main" id="{23DC7F06-4B01-8AC5-F3C2-DD03E409BA8A}"/>
                </a:ext>
              </a:extLst>
            </p:cNvPr>
            <p:cNvSpPr/>
            <p:nvPr/>
          </p:nvSpPr>
          <p:spPr>
            <a:xfrm>
              <a:off x="1821179" y="4256531"/>
              <a:ext cx="228600" cy="685800"/>
            </a:xfrm>
            <a:custGeom>
              <a:avLst/>
              <a:gdLst/>
              <a:ahLst/>
              <a:cxnLst/>
              <a:rect l="l" t="t" r="r" b="b"/>
              <a:pathLst>
                <a:path w="228600" h="685800">
                  <a:moveTo>
                    <a:pt x="171450" y="0"/>
                  </a:moveTo>
                  <a:lnTo>
                    <a:pt x="57150" y="0"/>
                  </a:lnTo>
                  <a:lnTo>
                    <a:pt x="57150" y="571500"/>
                  </a:lnTo>
                  <a:lnTo>
                    <a:pt x="0" y="571500"/>
                  </a:lnTo>
                  <a:lnTo>
                    <a:pt x="114300" y="685800"/>
                  </a:lnTo>
                  <a:lnTo>
                    <a:pt x="228600" y="571500"/>
                  </a:lnTo>
                  <a:lnTo>
                    <a:pt x="171450" y="5715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33">
              <a:extLst>
                <a:ext uri="{FF2B5EF4-FFF2-40B4-BE49-F238E27FC236}">
                  <a16:creationId xmlns:a16="http://schemas.microsoft.com/office/drawing/2014/main" id="{D6689DF0-D74F-1DE9-F217-8610A48D28FC}"/>
                </a:ext>
              </a:extLst>
            </p:cNvPr>
            <p:cNvSpPr/>
            <p:nvPr/>
          </p:nvSpPr>
          <p:spPr>
            <a:xfrm>
              <a:off x="1821179" y="4256531"/>
              <a:ext cx="228600" cy="685800"/>
            </a:xfrm>
            <a:custGeom>
              <a:avLst/>
              <a:gdLst/>
              <a:ahLst/>
              <a:cxnLst/>
              <a:rect l="l" t="t" r="r" b="b"/>
              <a:pathLst>
                <a:path w="228600" h="685800">
                  <a:moveTo>
                    <a:pt x="0" y="571500"/>
                  </a:moveTo>
                  <a:lnTo>
                    <a:pt x="57150" y="5715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571500"/>
                  </a:lnTo>
                  <a:lnTo>
                    <a:pt x="228600" y="571500"/>
                  </a:lnTo>
                  <a:lnTo>
                    <a:pt x="114300" y="685800"/>
                  </a:lnTo>
                  <a:lnTo>
                    <a:pt x="0" y="5715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34">
              <a:extLst>
                <a:ext uri="{FF2B5EF4-FFF2-40B4-BE49-F238E27FC236}">
                  <a16:creationId xmlns:a16="http://schemas.microsoft.com/office/drawing/2014/main" id="{05F4BFAC-73AC-0CEC-91A0-4DA4C2FFD746}"/>
                </a:ext>
              </a:extLst>
            </p:cNvPr>
            <p:cNvSpPr/>
            <p:nvPr/>
          </p:nvSpPr>
          <p:spPr>
            <a:xfrm>
              <a:off x="5486399" y="4267199"/>
              <a:ext cx="228600" cy="685800"/>
            </a:xfrm>
            <a:custGeom>
              <a:avLst/>
              <a:gdLst/>
              <a:ahLst/>
              <a:cxnLst/>
              <a:rect l="l" t="t" r="r" b="b"/>
              <a:pathLst>
                <a:path w="228600" h="685800">
                  <a:moveTo>
                    <a:pt x="171450" y="0"/>
                  </a:moveTo>
                  <a:lnTo>
                    <a:pt x="57150" y="0"/>
                  </a:lnTo>
                  <a:lnTo>
                    <a:pt x="57150" y="571500"/>
                  </a:lnTo>
                  <a:lnTo>
                    <a:pt x="0" y="571500"/>
                  </a:lnTo>
                  <a:lnTo>
                    <a:pt x="114300" y="685800"/>
                  </a:lnTo>
                  <a:lnTo>
                    <a:pt x="228600" y="571500"/>
                  </a:lnTo>
                  <a:lnTo>
                    <a:pt x="171450" y="5715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35">
              <a:extLst>
                <a:ext uri="{FF2B5EF4-FFF2-40B4-BE49-F238E27FC236}">
                  <a16:creationId xmlns:a16="http://schemas.microsoft.com/office/drawing/2014/main" id="{5C20F7B9-9812-70CD-FA78-D51AEBB5D92E}"/>
                </a:ext>
              </a:extLst>
            </p:cNvPr>
            <p:cNvSpPr/>
            <p:nvPr/>
          </p:nvSpPr>
          <p:spPr>
            <a:xfrm>
              <a:off x="5486399" y="4267199"/>
              <a:ext cx="228600" cy="685800"/>
            </a:xfrm>
            <a:custGeom>
              <a:avLst/>
              <a:gdLst/>
              <a:ahLst/>
              <a:cxnLst/>
              <a:rect l="l" t="t" r="r" b="b"/>
              <a:pathLst>
                <a:path w="228600" h="685800">
                  <a:moveTo>
                    <a:pt x="0" y="571500"/>
                  </a:moveTo>
                  <a:lnTo>
                    <a:pt x="57150" y="5715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571500"/>
                  </a:lnTo>
                  <a:lnTo>
                    <a:pt x="228600" y="571500"/>
                  </a:lnTo>
                  <a:lnTo>
                    <a:pt x="114300" y="685800"/>
                  </a:lnTo>
                  <a:lnTo>
                    <a:pt x="0" y="5715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36">
            <a:extLst>
              <a:ext uri="{FF2B5EF4-FFF2-40B4-BE49-F238E27FC236}">
                <a16:creationId xmlns:a16="http://schemas.microsoft.com/office/drawing/2014/main" id="{CFB7E033-EAC2-DFB6-1260-24FBFD3C6E7A}"/>
              </a:ext>
            </a:extLst>
          </p:cNvPr>
          <p:cNvSpPr txBox="1"/>
          <p:nvPr/>
        </p:nvSpPr>
        <p:spPr>
          <a:xfrm>
            <a:off x="457352" y="4567937"/>
            <a:ext cx="3068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1590" marR="5080" indent="-1279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Perform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8-</a:t>
            </a:r>
            <a:r>
              <a:rPr sz="1800" spc="-25" dirty="0">
                <a:latin typeface="Times New Roman"/>
                <a:cs typeface="Times New Roman"/>
              </a:rPr>
              <a:t>bit </a:t>
            </a:r>
            <a:r>
              <a:rPr sz="1800" spc="-20" dirty="0">
                <a:latin typeface="Times New Roman"/>
                <a:cs typeface="Times New Roman"/>
              </a:rPr>
              <a:t>bytes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8" name="object 37">
            <a:extLst>
              <a:ext uri="{FF2B5EF4-FFF2-40B4-BE49-F238E27FC236}">
                <a16:creationId xmlns:a16="http://schemas.microsoft.com/office/drawing/2014/main" id="{6646515F-85DF-7DCC-44B9-791B6916B442}"/>
              </a:ext>
            </a:extLst>
          </p:cNvPr>
          <p:cNvSpPr txBox="1"/>
          <p:nvPr/>
        </p:nvSpPr>
        <p:spPr>
          <a:xfrm>
            <a:off x="4052824" y="4567937"/>
            <a:ext cx="32594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6825" marR="5080" indent="-12547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Perform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16-</a:t>
            </a:r>
            <a:r>
              <a:rPr sz="1800" spc="-25" dirty="0">
                <a:latin typeface="Times New Roman"/>
                <a:cs typeface="Times New Roman"/>
              </a:rPr>
              <a:t>bit </a:t>
            </a:r>
            <a:r>
              <a:rPr sz="1800" spc="-10" dirty="0">
                <a:latin typeface="Times New Roman"/>
                <a:cs typeface="Times New Roman"/>
              </a:rPr>
              <a:t>unicode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795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7D69FFC-EB27-36B4-6D58-5D37FD5B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C13D825-E089-8FE1-928F-29030343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Types of stream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65555-F62B-CAF3-73FB-FF7C4C007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913" y="1611547"/>
            <a:ext cx="5316173" cy="1920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FD5FDE-322D-F5A7-6ECE-0843F09CC692}"/>
              </a:ext>
            </a:extLst>
          </p:cNvPr>
          <p:cNvSpPr txBox="1"/>
          <p:nvPr/>
        </p:nvSpPr>
        <p:spPr>
          <a:xfrm>
            <a:off x="2811780" y="1861304"/>
            <a:ext cx="2567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marR="121444" algn="ctr">
              <a:lnSpc>
                <a:spcPct val="100000"/>
              </a:lnSpc>
              <a:spcBef>
                <a:spcPts val="71"/>
              </a:spcBef>
            </a:pPr>
            <a:r>
              <a:rPr lang="en-IN" sz="2000" b="1" spc="-8" dirty="0">
                <a:solidFill>
                  <a:srgbClr val="000000"/>
                </a:solidFill>
                <a:latin typeface="Book Antiqua" panose="02040602050305030304" pitchFamily="18" charset="0"/>
              </a:rPr>
              <a:t>Stream</a:t>
            </a:r>
            <a:endParaRPr lang="en-IN" sz="2000" b="1" dirty="0">
              <a:latin typeface="Book Antiqua" panose="020406020503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8325B-C0C2-1251-5416-C73BBA6980B6}"/>
              </a:ext>
            </a:extLst>
          </p:cNvPr>
          <p:cNvSpPr txBox="1"/>
          <p:nvPr/>
        </p:nvSpPr>
        <p:spPr>
          <a:xfrm>
            <a:off x="739140" y="29585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marR="121444" algn="ctr">
              <a:lnSpc>
                <a:spcPct val="100000"/>
              </a:lnSpc>
              <a:spcBef>
                <a:spcPts val="71"/>
              </a:spcBef>
            </a:pPr>
            <a:r>
              <a:rPr lang="en-IN" sz="1800" b="1" spc="-8" dirty="0">
                <a:solidFill>
                  <a:srgbClr val="000000"/>
                </a:solidFill>
                <a:latin typeface="Book Antiqua" panose="02040602050305030304" pitchFamily="18" charset="0"/>
              </a:rPr>
              <a:t>Input Stream</a:t>
            </a:r>
            <a:endParaRPr lang="en-IN" sz="1800" b="1" dirty="0"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FCB8C-36E2-C3F7-0724-0604222D4DF6}"/>
              </a:ext>
            </a:extLst>
          </p:cNvPr>
          <p:cNvSpPr txBox="1"/>
          <p:nvPr/>
        </p:nvSpPr>
        <p:spPr>
          <a:xfrm>
            <a:off x="3246120" y="29585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marR="121444" algn="ctr">
              <a:lnSpc>
                <a:spcPct val="100000"/>
              </a:lnSpc>
              <a:spcBef>
                <a:spcPts val="71"/>
              </a:spcBef>
            </a:pPr>
            <a:r>
              <a:rPr lang="en-IN" sz="1800" b="1" spc="-8" dirty="0">
                <a:solidFill>
                  <a:srgbClr val="000000"/>
                </a:solidFill>
                <a:latin typeface="Book Antiqua" panose="02040602050305030304" pitchFamily="18" charset="0"/>
              </a:rPr>
              <a:t>Output Stream</a:t>
            </a:r>
            <a:endParaRPr lang="en-IN" sz="18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52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4FF4428-8FA4-C1E6-FE13-C9D86E28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B799447-1DB6-529A-6465-92551B0F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Byte stream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1614C9EC-3E07-E3B0-D402-1924E9A6F3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0945" y="1345467"/>
            <a:ext cx="6592895" cy="2001407"/>
          </a:xfrm>
          <a:prstGeom prst="rect">
            <a:avLst/>
          </a:prstGeom>
        </p:spPr>
      </p:pic>
      <p:pic>
        <p:nvPicPr>
          <p:cNvPr id="3" name="object 11">
            <a:extLst>
              <a:ext uri="{FF2B5EF4-FFF2-40B4-BE49-F238E27FC236}">
                <a16:creationId xmlns:a16="http://schemas.microsoft.com/office/drawing/2014/main" id="{DC333BA7-DB30-1612-43CE-4A0ECF76CD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3598" y="3749040"/>
            <a:ext cx="6389942" cy="684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BD14B9-5B2E-C1AD-A530-A463BE7CD03E}"/>
              </a:ext>
            </a:extLst>
          </p:cNvPr>
          <p:cNvSpPr txBox="1"/>
          <p:nvPr/>
        </p:nvSpPr>
        <p:spPr>
          <a:xfrm>
            <a:off x="1240945" y="3749040"/>
            <a:ext cx="6683855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7"/>
              </a:lnSpc>
              <a:spcBef>
                <a:spcPts val="79"/>
              </a:spcBef>
            </a:pP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lang="en-US" sz="1800"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r>
              <a:rPr lang="en-US"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concrete</a:t>
            </a:r>
            <a:r>
              <a:rPr lang="en-US" sz="1800" spc="-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classes</a:t>
            </a:r>
            <a:r>
              <a:rPr lang="en-US" sz="1800" spc="-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lang="en-US" sz="1800"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handle</a:t>
            </a:r>
            <a:r>
              <a:rPr lang="en-US" sz="1800"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lang="en-US"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devices</a:t>
            </a:r>
            <a:r>
              <a:rPr lang="en-US" sz="1800" spc="-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lang="en-US" sz="1800" spc="-2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lang="en-US" sz="1800"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disk</a:t>
            </a:r>
            <a:endParaRPr lang="en-US" sz="1800" dirty="0">
              <a:latin typeface="Times New Roman"/>
              <a:cs typeface="Times New Roman"/>
            </a:endParaRPr>
          </a:p>
          <a:p>
            <a:pPr marL="953" algn="ctr">
              <a:lnSpc>
                <a:spcPts val="1927"/>
              </a:lnSpc>
            </a:pP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files,</a:t>
            </a:r>
            <a:r>
              <a:rPr lang="en-US" sz="1800"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lang="en-US" sz="1800" spc="-3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Times New Roman"/>
                <a:cs typeface="Times New Roman"/>
              </a:rPr>
              <a:t>connection</a:t>
            </a:r>
            <a:r>
              <a:rPr lang="en-US" sz="1800"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etc.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685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012E8D9-CDDB-21E9-4DC2-B49CDDD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BAA367-E05E-769D-A249-D2A9F3D32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Byte stream types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B4265-A4FA-7DE0-60F6-4EA2AD7DD83C}"/>
              </a:ext>
            </a:extLst>
          </p:cNvPr>
          <p:cNvSpPr txBox="1"/>
          <p:nvPr/>
        </p:nvSpPr>
        <p:spPr>
          <a:xfrm>
            <a:off x="632460" y="4082410"/>
            <a:ext cx="8389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8796" marR="3810" indent="-1789748">
              <a:spcBef>
                <a:spcPts val="75"/>
              </a:spcBef>
            </a:pPr>
            <a:r>
              <a:rPr lang="en-US" sz="1800" dirty="0" err="1">
                <a:latin typeface="Times New Roman"/>
                <a:cs typeface="Times New Roman"/>
              </a:rPr>
              <a:t>InputStream</a:t>
            </a:r>
            <a:r>
              <a:rPr lang="en-US" sz="1800" spc="-2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4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OutputStream</a:t>
            </a:r>
            <a:r>
              <a:rPr lang="en-US" sz="1800" spc="-2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are abstract</a:t>
            </a:r>
            <a:r>
              <a:rPr lang="en-US" sz="1800" spc="-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class</a:t>
            </a:r>
            <a:r>
              <a:rPr lang="en-US" sz="1800" spc="8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4" dirty="0">
                <a:latin typeface="Times New Roman"/>
                <a:cs typeface="Times New Roman"/>
              </a:rPr>
              <a:t> </a:t>
            </a:r>
            <a:r>
              <a:rPr lang="en-US" sz="1800" spc="-8" dirty="0">
                <a:latin typeface="Times New Roman"/>
                <a:cs typeface="Times New Roman"/>
              </a:rPr>
              <a:t>therefore </a:t>
            </a:r>
            <a:r>
              <a:rPr lang="en-US" sz="1800" dirty="0">
                <a:latin typeface="Times New Roman"/>
                <a:cs typeface="Times New Roman"/>
              </a:rPr>
              <a:t>we</a:t>
            </a:r>
            <a:r>
              <a:rPr lang="en-US" sz="1800" spc="-26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cannot</a:t>
            </a:r>
            <a:r>
              <a:rPr lang="en-US" sz="1800" spc="-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create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8" dirty="0">
                <a:latin typeface="Times New Roman"/>
                <a:cs typeface="Times New Roman"/>
              </a:rPr>
              <a:t>instances</a:t>
            </a:r>
            <a:endParaRPr lang="en-US" sz="1800" dirty="0">
              <a:latin typeface="Times New Roman"/>
              <a:cs typeface="Times New Roman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882A34C-EBA8-0FA7-6F85-98FCFB49AB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310909"/>
              </p:ext>
            </p:extLst>
          </p:nvPr>
        </p:nvGraphicFramePr>
        <p:xfrm>
          <a:off x="1524000" y="971564"/>
          <a:ext cx="6096000" cy="2952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764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C35B874-182C-9B85-761B-5B2EF924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CE806C-5560-84DC-83C3-49F21632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Byte stream subclasses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2BA3EFC0-DCF0-2124-8336-B0BBB5EFB423}"/>
              </a:ext>
            </a:extLst>
          </p:cNvPr>
          <p:cNvGraphicFramePr>
            <a:graphicFrameLocks noGrp="1"/>
          </p:cNvGraphicFramePr>
          <p:nvPr/>
        </p:nvGraphicFramePr>
        <p:xfrm>
          <a:off x="1281113" y="1396365"/>
          <a:ext cx="6572250" cy="2973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4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A4A4A4"/>
                      </a:solidFill>
                      <a:prstDash val="solid"/>
                    </a:lnL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R w="12700">
                      <a:solidFill>
                        <a:srgbClr val="A4A4A4"/>
                      </a:solidFill>
                      <a:prstDash val="solid"/>
                    </a:lnR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BufferedInputStream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L w="12700">
                      <a:solidFill>
                        <a:srgbClr val="A4A4A4"/>
                      </a:solidFill>
                      <a:prstDash val="solid"/>
                    </a:lnL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Buffered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R w="12700">
                      <a:solidFill>
                        <a:srgbClr val="A4A4A4"/>
                      </a:solidFill>
                      <a:prstDash val="solid"/>
                    </a:lnR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BufferedOutputStream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Buffered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DataInputStream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method 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java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DataOutputStream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contain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java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FileInputStream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file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FileOutputStream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 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InputStream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Abstract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describe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OutputStream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Abstract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describe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PrintStream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contain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print()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println()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method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09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12D3786-0D42-21F9-DA20-37CBFEA5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59F829-4DE2-8F0D-38BD-02A350CC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Important methods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98D4EE-4EEF-ECB8-3383-93E332BB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901614"/>
            <a:ext cx="7178040" cy="393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8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CB9FDF5-C9DA-EBBB-28BF-67F4E499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A229BF-DA69-5F1A-AABB-ECA24A55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Character stream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4E60B4AC-C0F2-7C6F-08F5-63C176A08B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005" y="1286812"/>
            <a:ext cx="6580669" cy="2280697"/>
          </a:xfrm>
          <a:prstGeom prst="rect">
            <a:avLst/>
          </a:prstGeom>
        </p:spPr>
      </p:pic>
      <p:grpSp>
        <p:nvGrpSpPr>
          <p:cNvPr id="3" name="object 11">
            <a:extLst>
              <a:ext uri="{FF2B5EF4-FFF2-40B4-BE49-F238E27FC236}">
                <a16:creationId xmlns:a16="http://schemas.microsoft.com/office/drawing/2014/main" id="{7D654E4E-B3D0-9336-6697-3FDEEBE10DF5}"/>
              </a:ext>
            </a:extLst>
          </p:cNvPr>
          <p:cNvGrpSpPr/>
          <p:nvPr/>
        </p:nvGrpSpPr>
        <p:grpSpPr>
          <a:xfrm>
            <a:off x="1288158" y="3872458"/>
            <a:ext cx="6444615" cy="601504"/>
            <a:chOff x="193544" y="5163277"/>
            <a:chExt cx="8592820" cy="802005"/>
          </a:xfrm>
        </p:grpSpPr>
        <p:pic>
          <p:nvPicPr>
            <p:cNvPr id="4" name="object 12">
              <a:extLst>
                <a:ext uri="{FF2B5EF4-FFF2-40B4-BE49-F238E27FC236}">
                  <a16:creationId xmlns:a16="http://schemas.microsoft.com/office/drawing/2014/main" id="{270AA8E3-D8DB-F27D-9C4B-E643B0A7F9A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544" y="5163277"/>
              <a:ext cx="8592318" cy="801645"/>
            </a:xfrm>
            <a:prstGeom prst="rect">
              <a:avLst/>
            </a:prstGeom>
          </p:spPr>
        </p:pic>
        <p:pic>
          <p:nvPicPr>
            <p:cNvPr id="5" name="object 13">
              <a:extLst>
                <a:ext uri="{FF2B5EF4-FFF2-40B4-BE49-F238E27FC236}">
                  <a16:creationId xmlns:a16="http://schemas.microsoft.com/office/drawing/2014/main" id="{1AFCC42E-77DF-5CDE-D2D5-6DCBA44914D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39" y="5193791"/>
              <a:ext cx="8496300" cy="69799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6B2174-D944-63A7-B026-08B828F793CD}"/>
              </a:ext>
            </a:extLst>
          </p:cNvPr>
          <p:cNvSpPr txBox="1"/>
          <p:nvPr/>
        </p:nvSpPr>
        <p:spPr>
          <a:xfrm>
            <a:off x="1647822" y="3947122"/>
            <a:ext cx="6286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800" dirty="0">
                <a:latin typeface="Times New Roman"/>
                <a:cs typeface="Times New Roman"/>
              </a:rPr>
              <a:t>Have</a:t>
            </a:r>
            <a:r>
              <a:rPr lang="en-US" sz="1800" spc="-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several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concrete</a:t>
            </a:r>
            <a:r>
              <a:rPr lang="en-US" sz="1800" spc="-2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classes</a:t>
            </a:r>
            <a:r>
              <a:rPr lang="en-US" sz="1800" spc="-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that</a:t>
            </a:r>
            <a:r>
              <a:rPr lang="en-US" sz="1800" spc="-8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handle</a:t>
            </a:r>
            <a:r>
              <a:rPr lang="en-US" sz="1800" spc="-34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Unicode</a:t>
            </a: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spc="-8" dirty="0">
                <a:latin typeface="Times New Roman"/>
                <a:cs typeface="Times New Roman"/>
              </a:rPr>
              <a:t>character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374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B155BCB-F0C8-BC1E-2CF1-A6BE4E29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83A3D07-70AB-DC98-AF99-5C4FACFB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character stream types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064E0-5DE0-CDA9-9151-97B1109A55B6}"/>
              </a:ext>
            </a:extLst>
          </p:cNvPr>
          <p:cNvSpPr txBox="1"/>
          <p:nvPr/>
        </p:nvSpPr>
        <p:spPr>
          <a:xfrm>
            <a:off x="632460" y="4082410"/>
            <a:ext cx="8389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8796" marR="3810" indent="-1789748">
              <a:spcBef>
                <a:spcPts val="75"/>
              </a:spcBef>
            </a:pPr>
            <a:r>
              <a:rPr lang="en-US" dirty="0">
                <a:latin typeface="Times New Roman"/>
                <a:cs typeface="Times New Roman"/>
              </a:rPr>
              <a:t>Only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difference</a:t>
            </a:r>
            <a:r>
              <a:rPr lang="en-US" spc="-26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is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that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while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byte</a:t>
            </a:r>
            <a:r>
              <a:rPr lang="en-US" spc="-34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stream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classes</a:t>
            </a:r>
            <a:r>
              <a:rPr lang="en-US" spc="-15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are</a:t>
            </a:r>
            <a:r>
              <a:rPr lang="en-US" spc="-2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designed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spc="-19" dirty="0">
                <a:latin typeface="Times New Roman"/>
                <a:cs typeface="Times New Roman"/>
              </a:rPr>
              <a:t>to </a:t>
            </a:r>
            <a:r>
              <a:rPr lang="en-US" dirty="0">
                <a:latin typeface="Times New Roman"/>
                <a:cs typeface="Times New Roman"/>
              </a:rPr>
              <a:t>read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and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write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bytes,</a:t>
            </a:r>
            <a:r>
              <a:rPr lang="en-US" spc="-3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the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character</a:t>
            </a:r>
            <a:r>
              <a:rPr lang="en-US" spc="-26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stream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classes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are</a:t>
            </a:r>
            <a:r>
              <a:rPr lang="en-US" spc="-19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designed</a:t>
            </a:r>
            <a:r>
              <a:rPr lang="en-US" spc="-26" dirty="0">
                <a:latin typeface="Times New Roman"/>
                <a:cs typeface="Times New Roman"/>
              </a:rPr>
              <a:t> </a:t>
            </a:r>
            <a:r>
              <a:rPr lang="en-US" spc="-19" dirty="0">
                <a:latin typeface="Times New Roman"/>
                <a:cs typeface="Times New Roman"/>
              </a:rPr>
              <a:t>to </a:t>
            </a:r>
            <a:r>
              <a:rPr lang="en-US" dirty="0">
                <a:latin typeface="Times New Roman"/>
                <a:cs typeface="Times New Roman"/>
              </a:rPr>
              <a:t>read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and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write</a:t>
            </a:r>
            <a:r>
              <a:rPr lang="en-US" spc="-11" dirty="0">
                <a:latin typeface="Times New Roman"/>
                <a:cs typeface="Times New Roman"/>
              </a:rPr>
              <a:t> </a:t>
            </a:r>
            <a:r>
              <a:rPr lang="en-US" spc="-8" dirty="0">
                <a:latin typeface="Times New Roman"/>
                <a:cs typeface="Times New Roman"/>
              </a:rPr>
              <a:t>character</a:t>
            </a:r>
            <a:endParaRPr lang="en-US" sz="1800" dirty="0">
              <a:latin typeface="Times New Roman"/>
              <a:cs typeface="Times New Roman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768C7D7-0544-3ADC-C629-B059B50AD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98814"/>
              </p:ext>
            </p:extLst>
          </p:nvPr>
        </p:nvGraphicFramePr>
        <p:xfrm>
          <a:off x="1524000" y="971564"/>
          <a:ext cx="6096000" cy="2952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599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CA1C3BE-8FA4-1D4D-3FDD-1AF92C77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3D7ABB4-7BE5-A501-7E34-5D48FE93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character stream classes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7A3B86F6-4662-F36F-A538-F77CAEE93219}"/>
              </a:ext>
            </a:extLst>
          </p:cNvPr>
          <p:cNvGraphicFramePr>
            <a:graphicFrameLocks noGrp="1"/>
          </p:cNvGraphicFramePr>
          <p:nvPr/>
        </p:nvGraphicFramePr>
        <p:xfrm>
          <a:off x="1281113" y="1396365"/>
          <a:ext cx="6572251" cy="2973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9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4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12700">
                      <a:solidFill>
                        <a:srgbClr val="A4A4A4"/>
                      </a:solidFill>
                      <a:prstDash val="solid"/>
                    </a:lnL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R w="12700">
                      <a:solidFill>
                        <a:srgbClr val="A4A4A4"/>
                      </a:solidFill>
                      <a:prstDash val="solid"/>
                    </a:lnR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BufferedReader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L w="12700">
                      <a:solidFill>
                        <a:srgbClr val="A4A4A4"/>
                      </a:solidFill>
                      <a:prstDash val="solid"/>
                    </a:lnL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Handles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buffered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R w="12700">
                      <a:solidFill>
                        <a:srgbClr val="A4A4A4"/>
                      </a:solidFill>
                      <a:prstDash val="solid"/>
                    </a:lnR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BufferedWriter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Handles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buffered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958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FileReader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 that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FileWriter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InputStreamReader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 that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translate byte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OutputStreamReader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 that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translate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character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byte.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PrintWriter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contain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print()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println()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method.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Reader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Abstract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character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Writer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L w="12700">
                      <a:solidFill>
                        <a:srgbClr val="A4A4A4"/>
                      </a:solidFill>
                      <a:prstDash val="solid"/>
                    </a:lnL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Abstract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character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433" marB="0"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41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A423C04-D6D5-A8C1-F839-1C31A1EB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61EA6A-A3E2-8D52-DFDB-99EA136E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Ways to read from console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2F96655-2885-1A28-D996-2EF4A7D40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5989"/>
              </p:ext>
            </p:extLst>
          </p:nvPr>
        </p:nvGraphicFramePr>
        <p:xfrm>
          <a:off x="1524000" y="7747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045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C7C1A6A-6032-FD55-180F-67DFE18B6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F0C1B-1535-CAAC-FB73-D0CA93FD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Using scanner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CF5CE7D-A47F-5761-A409-0FB205F322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5387193"/>
              </p:ext>
            </p:extLst>
          </p:nvPr>
        </p:nvGraphicFramePr>
        <p:xfrm>
          <a:off x="1524000" y="1516380"/>
          <a:ext cx="5532120" cy="3078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183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0E2526A-A872-2FF8-9D57-1CC0BAAA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6E67D4-8DE7-82F2-20EA-D924C38F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>
                <a:latin typeface="Book Antiqua" panose="02040602050305030304" pitchFamily="18" charset="0"/>
              </a:rPr>
              <a:t>Using </a:t>
            </a:r>
            <a:r>
              <a:rPr lang="en-US" sz="2400" b="1" dirty="0" err="1">
                <a:latin typeface="Book Antiqua" panose="02040602050305030304" pitchFamily="18" charset="0"/>
              </a:rPr>
              <a:t>bufferedreader</a:t>
            </a:r>
            <a:r>
              <a:rPr lang="en-US" sz="2400" b="1" dirty="0">
                <a:latin typeface="Book Antiqua" panose="02040602050305030304" pitchFamily="18" charset="0"/>
              </a:rPr>
              <a:t> </a:t>
            </a:r>
            <a:r>
              <a:rPr lang="en-IN" sz="2800" b="1" dirty="0">
                <a:latin typeface="Gabriola" pitchFamily="82" charset="0"/>
              </a:rPr>
              <a:t>:</a:t>
            </a:r>
          </a:p>
        </p:txBody>
      </p:sp>
      <p:pic>
        <p:nvPicPr>
          <p:cNvPr id="2" name="object 11">
            <a:extLst>
              <a:ext uri="{FF2B5EF4-FFF2-40B4-BE49-F238E27FC236}">
                <a16:creationId xmlns:a16="http://schemas.microsoft.com/office/drawing/2014/main" id="{BED1D682-102B-1366-AD4E-2E91938E31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4561" y="1773497"/>
            <a:ext cx="5153423" cy="192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7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1AF1E71-5910-D84D-AF2E-B89FB5C1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70F8595-3754-D4C8-E2AC-C02622FE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example:</a:t>
            </a: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604D319D-2D5D-A5C3-30A3-2A175B928E28}"/>
              </a:ext>
            </a:extLst>
          </p:cNvPr>
          <p:cNvSpPr txBox="1"/>
          <p:nvPr/>
        </p:nvSpPr>
        <p:spPr>
          <a:xfrm>
            <a:off x="2179320" y="1559147"/>
            <a:ext cx="5836920" cy="221871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IN" sz="1950" dirty="0">
                <a:latin typeface="Times New Roman"/>
                <a:cs typeface="Times New Roman"/>
              </a:rPr>
              <a:t>          </a:t>
            </a:r>
            <a:r>
              <a:rPr sz="1950" b="1" dirty="0">
                <a:latin typeface="Times New Roman"/>
                <a:cs typeface="Times New Roman"/>
              </a:rPr>
              <a:t>Reading</a:t>
            </a:r>
            <a:r>
              <a:rPr sz="1950" b="1" spc="-34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-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Writing</a:t>
            </a:r>
            <a:r>
              <a:rPr sz="1950" b="1" spc="-23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One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Character</a:t>
            </a:r>
            <a:r>
              <a:rPr sz="1950" b="1" spc="-38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at</a:t>
            </a:r>
            <a:r>
              <a:rPr sz="1950" b="1" spc="-23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</a:t>
            </a:r>
            <a:r>
              <a:rPr sz="1950" b="1" spc="-23" dirty="0">
                <a:latin typeface="Times New Roman"/>
                <a:cs typeface="Times New Roman"/>
              </a:rPr>
              <a:t> </a:t>
            </a:r>
            <a:r>
              <a:rPr sz="1950" b="1" spc="-15" dirty="0">
                <a:latin typeface="Times New Roman"/>
                <a:cs typeface="Times New Roman"/>
              </a:rPr>
              <a:t>time</a:t>
            </a:r>
            <a:endParaRPr sz="1950" b="1" dirty="0">
              <a:latin typeface="Times New Roman"/>
              <a:cs typeface="Times New Roman"/>
            </a:endParaRPr>
          </a:p>
          <a:p>
            <a:pPr marL="9525" marR="366713" indent="685800">
              <a:lnSpc>
                <a:spcPts val="4680"/>
              </a:lnSpc>
              <a:spcBef>
                <a:spcPts val="544"/>
              </a:spcBef>
            </a:pPr>
            <a:r>
              <a:rPr sz="1950" u="sng" spc="-8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https://onlinegdb.com/Hy2er3AIw</a:t>
            </a:r>
            <a:r>
              <a:rPr sz="1950" u="sng" spc="-8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endParaRPr lang="en-IN" sz="1950" u="sng" spc="-8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  <a:p>
            <a:pPr marL="9525" marR="366713" indent="685800">
              <a:lnSpc>
                <a:spcPts val="4680"/>
              </a:lnSpc>
              <a:spcBef>
                <a:spcPts val="544"/>
              </a:spcBef>
            </a:pPr>
            <a:r>
              <a:rPr sz="1950" b="1" dirty="0">
                <a:latin typeface="Times New Roman"/>
                <a:cs typeface="Times New Roman"/>
              </a:rPr>
              <a:t>Reading</a:t>
            </a:r>
            <a:r>
              <a:rPr sz="1950" b="1" spc="-34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-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Writing</a:t>
            </a:r>
            <a:r>
              <a:rPr sz="1950" b="1" spc="-23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one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line</a:t>
            </a:r>
            <a:r>
              <a:rPr sz="1950" b="1" spc="-19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at</a:t>
            </a:r>
            <a:r>
              <a:rPr sz="1950" b="1" spc="-19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</a:t>
            </a:r>
            <a:r>
              <a:rPr sz="1950" b="1" spc="-15" dirty="0">
                <a:latin typeface="Times New Roman"/>
                <a:cs typeface="Times New Roman"/>
              </a:rPr>
              <a:t> time</a:t>
            </a:r>
            <a:endParaRPr lang="en-IN" sz="1950" b="1" dirty="0">
              <a:latin typeface="Times New Roman"/>
              <a:cs typeface="Times New Roman"/>
            </a:endParaRPr>
          </a:p>
          <a:p>
            <a:pPr marL="9525" marR="366713" indent="685800">
              <a:lnSpc>
                <a:spcPts val="4680"/>
              </a:lnSpc>
              <a:spcBef>
                <a:spcPts val="544"/>
              </a:spcBef>
            </a:pPr>
            <a:r>
              <a:rPr lang="en-IN" sz="1950" u="sng" spc="-8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https://onlinegdb.com/B1hlw308D</a:t>
            </a:r>
            <a:endParaRPr lang="en-IN" sz="1950" u="sng" spc="-8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31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43CA4AE-C62E-2D50-C840-2CC15E3E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C94182-749F-825E-4607-0006C77F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Using console:</a:t>
            </a:r>
          </a:p>
        </p:txBody>
      </p:sp>
      <p:pic>
        <p:nvPicPr>
          <p:cNvPr id="2" name="object 12">
            <a:extLst>
              <a:ext uri="{FF2B5EF4-FFF2-40B4-BE49-F238E27FC236}">
                <a16:creationId xmlns:a16="http://schemas.microsoft.com/office/drawing/2014/main" id="{1D2F513D-31E0-E015-91C1-236A0A59DA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7627" y="1212722"/>
            <a:ext cx="5968746" cy="33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2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B1D8360-E590-0610-0B10-CE3583F2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46A00D-236E-4C5E-C321-91A9632A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 console class methods: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FD389C80-9BDC-2842-5E5D-7802D9769785}"/>
              </a:ext>
            </a:extLst>
          </p:cNvPr>
          <p:cNvGraphicFramePr>
            <a:graphicFrameLocks noGrp="1"/>
          </p:cNvGraphicFramePr>
          <p:nvPr/>
        </p:nvGraphicFramePr>
        <p:xfrm>
          <a:off x="1309688" y="1190625"/>
          <a:ext cx="6515100" cy="3393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Reader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reader()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Gets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console.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readLine()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Reads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console.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readLine(String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fmt,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Object…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args)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805305" marR="162560" indent="-16389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formatted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prompt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console.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char[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readPassword()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Reads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password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visible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screen.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5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198">
                <a:tc>
                  <a:txBody>
                    <a:bodyPr/>
                    <a:lstStyle/>
                    <a:p>
                      <a:pPr marL="1628139" marR="90170" indent="-15322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char[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]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readPassword(String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fmt,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Object…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args)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892810" marR="165100" indent="-7226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formatted prompt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password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visible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screen.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format(String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fmt,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Object…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args)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formatted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7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printf(String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Object…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args)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Prints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console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PrintWriter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writer()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PrintWriter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void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flush()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flush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console.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0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69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17CDBA2-8BC7-5CE8-6B61-642F4171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92356D-344C-8470-924C-C708BCA1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examples: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AF041-E3CD-40C7-FA7A-8333B77B5469}"/>
              </a:ext>
            </a:extLst>
          </p:cNvPr>
          <p:cNvSpPr txBox="1"/>
          <p:nvPr/>
        </p:nvSpPr>
        <p:spPr>
          <a:xfrm>
            <a:off x="1226820" y="1141872"/>
            <a:ext cx="6195060" cy="227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z="1800" b="1" dirty="0">
                <a:latin typeface="Times New Roman"/>
                <a:cs typeface="Times New Roman"/>
              </a:rPr>
              <a:t>Program</a:t>
            </a:r>
            <a:r>
              <a:rPr lang="en-US" sz="1800" b="1" spc="-26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to take input</a:t>
            </a:r>
            <a:r>
              <a:rPr lang="en-US" sz="1800" b="1" spc="-1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from</a:t>
            </a:r>
            <a:r>
              <a:rPr lang="en-US" sz="1800" b="1" spc="-8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user</a:t>
            </a:r>
            <a:r>
              <a:rPr lang="en-US" sz="1800" b="1" spc="-1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using</a:t>
            </a:r>
            <a:r>
              <a:rPr lang="en-US" sz="1800" b="1" spc="-8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the Console</a:t>
            </a:r>
            <a:r>
              <a:rPr lang="en-US" sz="1800" b="1" spc="-26" dirty="0">
                <a:latin typeface="Times New Roman"/>
                <a:cs typeface="Times New Roman"/>
              </a:rPr>
              <a:t> </a:t>
            </a:r>
            <a:r>
              <a:rPr lang="en-US" sz="1800" b="1" spc="-8" dirty="0">
                <a:latin typeface="Times New Roman"/>
                <a:cs typeface="Times New Roman"/>
              </a:rPr>
              <a:t>class:</a:t>
            </a:r>
            <a:endParaRPr lang="en-US" sz="1800" b="1" dirty="0">
              <a:latin typeface="Times New Roman"/>
              <a:cs typeface="Times New Roman"/>
            </a:endParaRPr>
          </a:p>
          <a:p>
            <a:pPr>
              <a:spcBef>
                <a:spcPts val="83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695325"/>
            <a:r>
              <a:rPr lang="en-US" sz="2000" u="sng" spc="-8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https://onlinegdb.com/HJ56Yh6Uw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spcBef>
                <a:spcPts val="12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9525"/>
            <a:r>
              <a:rPr lang="en-US" sz="2000" b="1" spc="-49" dirty="0">
                <a:latin typeface="Times New Roman"/>
                <a:cs typeface="Times New Roman"/>
              </a:rPr>
              <a:t>To</a:t>
            </a:r>
            <a:r>
              <a:rPr lang="en-US" sz="2000" b="1" spc="-4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read</a:t>
            </a:r>
            <a:r>
              <a:rPr lang="en-US" sz="2000" b="1" spc="-34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password</a:t>
            </a:r>
            <a:r>
              <a:rPr lang="en-US" sz="2000" b="1" spc="-38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from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user</a:t>
            </a:r>
            <a:r>
              <a:rPr lang="en-US" sz="2000" b="1" spc="-4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using</a:t>
            </a:r>
            <a:r>
              <a:rPr lang="en-US" sz="2000" b="1" spc="-53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the</a:t>
            </a:r>
            <a:r>
              <a:rPr lang="en-US" sz="2000" b="1" spc="-4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Console</a:t>
            </a:r>
            <a:r>
              <a:rPr lang="en-US" sz="2000" b="1" spc="-56" dirty="0">
                <a:latin typeface="Times New Roman"/>
                <a:cs typeface="Times New Roman"/>
              </a:rPr>
              <a:t> </a:t>
            </a:r>
            <a:r>
              <a:rPr lang="en-US" sz="2000" b="1" spc="-8" dirty="0">
                <a:latin typeface="Times New Roman"/>
                <a:cs typeface="Times New Roman"/>
              </a:rPr>
              <a:t>class:</a:t>
            </a:r>
            <a:endParaRPr lang="en-US" sz="2000" b="1" dirty="0">
              <a:latin typeface="Times New Roman"/>
              <a:cs typeface="Times New Roman"/>
            </a:endParaRPr>
          </a:p>
          <a:p>
            <a:pPr>
              <a:spcBef>
                <a:spcPts val="461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695325"/>
            <a:r>
              <a:rPr lang="en-US" sz="2000" u="sng" spc="-8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https://onlinegdb.com/BkOh3na8v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588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1B3E6D6-A150-11F9-490F-D3E3A79F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F9905B-E531-798A-E554-04C8C93B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800"/>
            <a:ext cx="8520600" cy="5080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IN" sz="2400" b="1" dirty="0">
                <a:latin typeface="Book Antiqua" panose="02040602050305030304" pitchFamily="18" charset="0"/>
              </a:rPr>
              <a:t>Standard streams: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84AF7-38C5-C4AF-3492-162BB435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213" y="1282633"/>
            <a:ext cx="5321573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3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7"/>
          <p:cNvSpPr txBox="1">
            <a:spLocks noGrp="1"/>
          </p:cNvSpPr>
          <p:nvPr>
            <p:ph type="title"/>
          </p:nvPr>
        </p:nvSpPr>
        <p:spPr>
          <a:xfrm>
            <a:off x="0" y="2055570"/>
            <a:ext cx="9144000" cy="2713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dirty="0"/>
              <a:t>Hands – On Practice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3257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7"/>
          <p:cNvSpPr txBox="1">
            <a:spLocks noGrp="1"/>
          </p:cNvSpPr>
          <p:nvPr>
            <p:ph type="title"/>
          </p:nvPr>
        </p:nvSpPr>
        <p:spPr>
          <a:xfrm>
            <a:off x="3503981" y="-43050"/>
            <a:ext cx="53031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Any Queries ? </a:t>
            </a:r>
            <a:br>
              <a:rPr lang="en-IN" dirty="0"/>
            </a:br>
            <a:r>
              <a:rPr lang="en-IN" dirty="0"/>
              <a:t>Thank You!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3127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11639</TotalTime>
  <Words>603</Words>
  <Application>Microsoft Office PowerPoint</Application>
  <PresentationFormat>On-screen Show (16:9)</PresentationFormat>
  <Paragraphs>121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Calibri</vt:lpstr>
      <vt:lpstr>Gabriola</vt:lpstr>
      <vt:lpstr>Times New Roman</vt:lpstr>
      <vt:lpstr>Tw Cen MT</vt:lpstr>
      <vt:lpstr>Arial</vt:lpstr>
      <vt:lpstr>Wingdings 3</vt:lpstr>
      <vt:lpstr>Tw Cen MT Condensed</vt:lpstr>
      <vt:lpstr>Proxima Nova</vt:lpstr>
      <vt:lpstr>Book Antiqua</vt:lpstr>
      <vt:lpstr>Integral</vt:lpstr>
      <vt:lpstr>PowerPoint Presentation</vt:lpstr>
      <vt:lpstr>What is a Stream? </vt:lpstr>
      <vt:lpstr>What is a Stream? </vt:lpstr>
      <vt:lpstr>Types of stream :</vt:lpstr>
      <vt:lpstr>Types of stream :</vt:lpstr>
      <vt:lpstr>Byte stream :</vt:lpstr>
      <vt:lpstr>Byte stream types :</vt:lpstr>
      <vt:lpstr>Byte stream subclasses :</vt:lpstr>
      <vt:lpstr>Important methods:</vt:lpstr>
      <vt:lpstr>Character stream:</vt:lpstr>
      <vt:lpstr>character stream types :</vt:lpstr>
      <vt:lpstr>character stream classes :</vt:lpstr>
      <vt:lpstr>Ways to read from console :</vt:lpstr>
      <vt:lpstr>Using scanner :</vt:lpstr>
      <vt:lpstr>Using bufferedreader :</vt:lpstr>
      <vt:lpstr>example:</vt:lpstr>
      <vt:lpstr>Using console:</vt:lpstr>
      <vt:lpstr> console class methods:</vt:lpstr>
      <vt:lpstr>examples:</vt:lpstr>
      <vt:lpstr>Standard streams:</vt:lpstr>
      <vt:lpstr>Hands – On Practice</vt:lpstr>
      <vt:lpstr>    Any Queries ? 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DEPARTMENT</dc:title>
  <dc:creator>Naveen</dc:creator>
  <cp:lastModifiedBy>Anusuya R</cp:lastModifiedBy>
  <cp:revision>365</cp:revision>
  <dcterms:modified xsi:type="dcterms:W3CDTF">2026-10-19T09:13:11Z</dcterms:modified>
</cp:coreProperties>
</file>