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9" r:id="rId8"/>
    <p:sldId id="262" r:id="rId9"/>
    <p:sldId id="263" r:id="rId10"/>
    <p:sldId id="278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F1BEA-C64B-4818-AD27-16BEAD4B1122}" v="53" dt="2026-10-17T08:40:08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undo custSel addSld delSld modSld sldOrd">
      <pc:chgData name="Anusuya R" userId="85eefe040dbd19ca" providerId="LiveId" clId="{F6C0FBD5-51B7-4E53-9C14-EFF993B86CB3}" dt="2026-10-19T09:30:36.778" v="317" actId="47"/>
      <pc:docMkLst>
        <pc:docMk/>
      </pc:docMkLst>
      <pc:sldChg chg="modSp mod">
        <pc:chgData name="Anusuya R" userId="85eefe040dbd19ca" providerId="LiveId" clId="{F6C0FBD5-51B7-4E53-9C14-EFF993B86CB3}" dt="2026-10-17T07:41:16.614" v="35" actId="113"/>
        <pc:sldMkLst>
          <pc:docMk/>
          <pc:sldMk cId="2781776369" sldId="257"/>
        </pc:sldMkLst>
        <pc:spChg chg="mod">
          <ac:chgData name="Anusuya R" userId="85eefe040dbd19ca" providerId="LiveId" clId="{F6C0FBD5-51B7-4E53-9C14-EFF993B86CB3}" dt="2026-10-17T07:41:16.614" v="35" actId="113"/>
          <ac:spMkLst>
            <pc:docMk/>
            <pc:sldMk cId="2781776369" sldId="257"/>
            <ac:spMk id="3" creationId="{E612BDE8-52A1-8358-ED64-972B405AFB9E}"/>
          </ac:spMkLst>
        </pc:spChg>
      </pc:sldChg>
      <pc:sldChg chg="modSp mod">
        <pc:chgData name="Anusuya R" userId="85eefe040dbd19ca" providerId="LiveId" clId="{F6C0FBD5-51B7-4E53-9C14-EFF993B86CB3}" dt="2026-10-17T07:41:21.493" v="37" actId="207"/>
        <pc:sldMkLst>
          <pc:docMk/>
          <pc:sldMk cId="944739970" sldId="258"/>
        </pc:sldMkLst>
        <pc:spChg chg="mod">
          <ac:chgData name="Anusuya R" userId="85eefe040dbd19ca" providerId="LiveId" clId="{F6C0FBD5-51B7-4E53-9C14-EFF993B86CB3}" dt="2026-10-17T07:41:21.493" v="37" actId="207"/>
          <ac:spMkLst>
            <pc:docMk/>
            <pc:sldMk cId="944739970" sldId="258"/>
            <ac:spMk id="3" creationId="{612034BF-08CA-ADF3-3E97-92BB50CBE990}"/>
          </ac:spMkLst>
        </pc:spChg>
      </pc:sldChg>
      <pc:sldChg chg="modSp mod">
        <pc:chgData name="Anusuya R" userId="85eefe040dbd19ca" providerId="LiveId" clId="{F6C0FBD5-51B7-4E53-9C14-EFF993B86CB3}" dt="2026-10-17T08:51:12.044" v="314" actId="113"/>
        <pc:sldMkLst>
          <pc:docMk/>
          <pc:sldMk cId="36554641" sldId="259"/>
        </pc:sldMkLst>
        <pc:spChg chg="mod">
          <ac:chgData name="Anusuya R" userId="85eefe040dbd19ca" providerId="LiveId" clId="{F6C0FBD5-51B7-4E53-9C14-EFF993B86CB3}" dt="2026-10-17T08:51:12.044" v="314" actId="113"/>
          <ac:spMkLst>
            <pc:docMk/>
            <pc:sldMk cId="36554641" sldId="259"/>
            <ac:spMk id="4" creationId="{CEEF196E-8152-ED69-1011-E1C42607E8DE}"/>
          </ac:spMkLst>
        </pc:spChg>
      </pc:sldChg>
      <pc:sldChg chg="addSp modSp mod">
        <pc:chgData name="Anusuya R" userId="85eefe040dbd19ca" providerId="LiveId" clId="{F6C0FBD5-51B7-4E53-9C14-EFF993B86CB3}" dt="2026-10-17T07:50:26.790" v="99" actId="20577"/>
        <pc:sldMkLst>
          <pc:docMk/>
          <pc:sldMk cId="1589647419" sldId="260"/>
        </pc:sldMkLst>
        <pc:spChg chg="mod">
          <ac:chgData name="Anusuya R" userId="85eefe040dbd19ca" providerId="LiveId" clId="{F6C0FBD5-51B7-4E53-9C14-EFF993B86CB3}" dt="2026-10-17T07:50:26.790" v="99" actId="20577"/>
          <ac:spMkLst>
            <pc:docMk/>
            <pc:sldMk cId="1589647419" sldId="260"/>
            <ac:spMk id="4" creationId="{D6E4E0AF-8262-9C07-4E62-CAAC919459EA}"/>
          </ac:spMkLst>
        </pc:spChg>
        <pc:spChg chg="add mod">
          <ac:chgData name="Anusuya R" userId="85eefe040dbd19ca" providerId="LiveId" clId="{F6C0FBD5-51B7-4E53-9C14-EFF993B86CB3}" dt="2026-10-17T07:50:21.063" v="97" actId="207"/>
          <ac:spMkLst>
            <pc:docMk/>
            <pc:sldMk cId="1589647419" sldId="260"/>
            <ac:spMk id="6" creationId="{AAA10418-C737-34DF-B07A-AE0D68DCE54F}"/>
          </ac:spMkLst>
        </pc:spChg>
      </pc:sldChg>
      <pc:sldChg chg="modSp mod ord">
        <pc:chgData name="Anusuya R" userId="85eefe040dbd19ca" providerId="LiveId" clId="{F6C0FBD5-51B7-4E53-9C14-EFF993B86CB3}" dt="2026-10-17T07:56:17.411" v="162" actId="14100"/>
        <pc:sldMkLst>
          <pc:docMk/>
          <pc:sldMk cId="2075085938" sldId="261"/>
        </pc:sldMkLst>
        <pc:graphicFrameChg chg="mod modGraphic">
          <ac:chgData name="Anusuya R" userId="85eefe040dbd19ca" providerId="LiveId" clId="{F6C0FBD5-51B7-4E53-9C14-EFF993B86CB3}" dt="2026-10-17T07:56:17.411" v="162" actId="14100"/>
          <ac:graphicFrameMkLst>
            <pc:docMk/>
            <pc:sldMk cId="2075085938" sldId="261"/>
            <ac:graphicFrameMk id="4" creationId="{DA693A29-2D18-EA33-DB0A-C84D75626CC8}"/>
          </ac:graphicFrameMkLst>
        </pc:graphicFrameChg>
      </pc:sldChg>
      <pc:sldChg chg="modSp mod">
        <pc:chgData name="Anusuya R" userId="85eefe040dbd19ca" providerId="LiveId" clId="{F6C0FBD5-51B7-4E53-9C14-EFF993B86CB3}" dt="2026-10-17T07:51:09.128" v="100" actId="2711"/>
        <pc:sldMkLst>
          <pc:docMk/>
          <pc:sldMk cId="105193795" sldId="262"/>
        </pc:sldMkLst>
        <pc:spChg chg="mod">
          <ac:chgData name="Anusuya R" userId="85eefe040dbd19ca" providerId="LiveId" clId="{F6C0FBD5-51B7-4E53-9C14-EFF993B86CB3}" dt="2026-10-17T07:51:09.128" v="100" actId="2711"/>
          <ac:spMkLst>
            <pc:docMk/>
            <pc:sldMk cId="105193795" sldId="262"/>
            <ac:spMk id="3" creationId="{7B6B72C3-79FB-95E6-BAED-862C2F6FFD1B}"/>
          </ac:spMkLst>
        </pc:spChg>
      </pc:sldChg>
      <pc:sldChg chg="modSp mod">
        <pc:chgData name="Anusuya R" userId="85eefe040dbd19ca" providerId="LiveId" clId="{F6C0FBD5-51B7-4E53-9C14-EFF993B86CB3}" dt="2026-10-17T07:55:32.258" v="158" actId="207"/>
        <pc:sldMkLst>
          <pc:docMk/>
          <pc:sldMk cId="328474714" sldId="263"/>
        </pc:sldMkLst>
        <pc:spChg chg="mod">
          <ac:chgData name="Anusuya R" userId="85eefe040dbd19ca" providerId="LiveId" clId="{F6C0FBD5-51B7-4E53-9C14-EFF993B86CB3}" dt="2026-10-17T07:55:32.258" v="158" actId="207"/>
          <ac:spMkLst>
            <pc:docMk/>
            <pc:sldMk cId="328474714" sldId="263"/>
            <ac:spMk id="3" creationId="{5B10AF03-F70E-4C66-A00F-F676D1015688}"/>
          </ac:spMkLst>
        </pc:spChg>
      </pc:sldChg>
      <pc:sldChg chg="modSp mod ord">
        <pc:chgData name="Anusuya R" userId="85eefe040dbd19ca" providerId="LiveId" clId="{F6C0FBD5-51B7-4E53-9C14-EFF993B86CB3}" dt="2026-10-17T07:56:40.260" v="163" actId="1076"/>
        <pc:sldMkLst>
          <pc:docMk/>
          <pc:sldMk cId="1714911136" sldId="266"/>
        </pc:sldMkLst>
        <pc:spChg chg="mod">
          <ac:chgData name="Anusuya R" userId="85eefe040dbd19ca" providerId="LiveId" clId="{F6C0FBD5-51B7-4E53-9C14-EFF993B86CB3}" dt="2026-10-17T07:56:40.260" v="163" actId="1076"/>
          <ac:spMkLst>
            <pc:docMk/>
            <pc:sldMk cId="1714911136" sldId="266"/>
            <ac:spMk id="4" creationId="{467566D0-33BB-4752-5F48-D8F2F4B205AB}"/>
          </ac:spMkLst>
        </pc:spChg>
      </pc:sldChg>
      <pc:sldChg chg="modSp del mod">
        <pc:chgData name="Anusuya R" userId="85eefe040dbd19ca" providerId="LiveId" clId="{F6C0FBD5-51B7-4E53-9C14-EFF993B86CB3}" dt="2026-10-19T09:30:36.778" v="317" actId="47"/>
        <pc:sldMkLst>
          <pc:docMk/>
          <pc:sldMk cId="2656877702" sldId="272"/>
        </pc:sldMkLst>
        <pc:spChg chg="mod">
          <ac:chgData name="Anusuya R" userId="85eefe040dbd19ca" providerId="LiveId" clId="{F6C0FBD5-51B7-4E53-9C14-EFF993B86CB3}" dt="2026-10-19T09:16:58.477" v="315" actId="12"/>
          <ac:spMkLst>
            <pc:docMk/>
            <pc:sldMk cId="2656877702" sldId="272"/>
            <ac:spMk id="3" creationId="{E5C4D1A0-8A99-761E-C1D4-FF4CCE58666E}"/>
          </ac:spMkLst>
        </pc:spChg>
      </pc:sldChg>
      <pc:sldChg chg="del">
        <pc:chgData name="Anusuya R" userId="85eefe040dbd19ca" providerId="LiveId" clId="{F6C0FBD5-51B7-4E53-9C14-EFF993B86CB3}" dt="2026-10-19T09:18:02.399" v="316" actId="2696"/>
        <pc:sldMkLst>
          <pc:docMk/>
          <pc:sldMk cId="967464140" sldId="273"/>
        </pc:sldMkLst>
      </pc:sldChg>
      <pc:sldChg chg="addSp delSp modSp new del">
        <pc:chgData name="Anusuya R" userId="85eefe040dbd19ca" providerId="LiveId" clId="{F6C0FBD5-51B7-4E53-9C14-EFF993B86CB3}" dt="2026-10-19T09:18:02.399" v="316" actId="2696"/>
        <pc:sldMkLst>
          <pc:docMk/>
          <pc:sldMk cId="267897971" sldId="274"/>
        </pc:sldMkLst>
      </pc:sldChg>
      <pc:sldChg chg="modSp new del mod">
        <pc:chgData name="Anusuya R" userId="85eefe040dbd19ca" providerId="LiveId" clId="{F6C0FBD5-51B7-4E53-9C14-EFF993B86CB3}" dt="2026-10-19T09:18:02.399" v="316" actId="2696"/>
        <pc:sldMkLst>
          <pc:docMk/>
          <pc:sldMk cId="2163963475" sldId="275"/>
        </pc:sldMkLst>
      </pc:sldChg>
      <pc:sldChg chg="modSp new del mod">
        <pc:chgData name="Anusuya R" userId="85eefe040dbd19ca" providerId="LiveId" clId="{F6C0FBD5-51B7-4E53-9C14-EFF993B86CB3}" dt="2026-10-19T09:18:02.399" v="316" actId="2696"/>
        <pc:sldMkLst>
          <pc:docMk/>
          <pc:sldMk cId="3912095325" sldId="276"/>
        </pc:sldMkLst>
      </pc:sldChg>
      <pc:sldChg chg="addSp modSp new mod">
        <pc:chgData name="Anusuya R" userId="85eefe040dbd19ca" providerId="LiveId" clId="{F6C0FBD5-51B7-4E53-9C14-EFF993B86CB3}" dt="2026-10-17T07:43:43.996" v="66" actId="1076"/>
        <pc:sldMkLst>
          <pc:docMk/>
          <pc:sldMk cId="2490083754" sldId="277"/>
        </pc:sldMkLst>
        <pc:spChg chg="mod">
          <ac:chgData name="Anusuya R" userId="85eefe040dbd19ca" providerId="LiveId" clId="{F6C0FBD5-51B7-4E53-9C14-EFF993B86CB3}" dt="2026-10-17T07:42:53.263" v="56" actId="20577"/>
          <ac:spMkLst>
            <pc:docMk/>
            <pc:sldMk cId="2490083754" sldId="277"/>
            <ac:spMk id="2" creationId="{E0BAA203-708B-A3C4-F9EF-4FB3586743A6}"/>
          </ac:spMkLst>
        </pc:spChg>
        <pc:spChg chg="mod">
          <ac:chgData name="Anusuya R" userId="85eefe040dbd19ca" providerId="LiveId" clId="{F6C0FBD5-51B7-4E53-9C14-EFF993B86CB3}" dt="2026-10-17T07:43:27.965" v="60" actId="27636"/>
          <ac:spMkLst>
            <pc:docMk/>
            <pc:sldMk cId="2490083754" sldId="277"/>
            <ac:spMk id="3" creationId="{DB609590-97AD-A3D4-0AF3-0CB93B79E61D}"/>
          </ac:spMkLst>
        </pc:spChg>
        <pc:picChg chg="add mod">
          <ac:chgData name="Anusuya R" userId="85eefe040dbd19ca" providerId="LiveId" clId="{F6C0FBD5-51B7-4E53-9C14-EFF993B86CB3}" dt="2026-10-17T07:43:43.996" v="66" actId="1076"/>
          <ac:picMkLst>
            <pc:docMk/>
            <pc:sldMk cId="2490083754" sldId="277"/>
            <ac:picMk id="5" creationId="{160B709C-E411-C233-6CB0-F64F56EF5A31}"/>
          </ac:picMkLst>
        </pc:picChg>
      </pc:sldChg>
      <pc:sldChg chg="addSp modSp new mod">
        <pc:chgData name="Anusuya R" userId="85eefe040dbd19ca" providerId="LiveId" clId="{F6C0FBD5-51B7-4E53-9C14-EFF993B86CB3}" dt="2026-10-17T07:54:21.632" v="150" actId="20577"/>
        <pc:sldMkLst>
          <pc:docMk/>
          <pc:sldMk cId="845072522" sldId="278"/>
        </pc:sldMkLst>
        <pc:spChg chg="mod">
          <ac:chgData name="Anusuya R" userId="85eefe040dbd19ca" providerId="LiveId" clId="{F6C0FBD5-51B7-4E53-9C14-EFF993B86CB3}" dt="2026-10-17T07:54:21.632" v="150" actId="20577"/>
          <ac:spMkLst>
            <pc:docMk/>
            <pc:sldMk cId="845072522" sldId="278"/>
            <ac:spMk id="2" creationId="{2FB27CC4-59AE-F488-60AB-BC87A1F55E5B}"/>
          </ac:spMkLst>
        </pc:spChg>
        <pc:spChg chg="add mod">
          <ac:chgData name="Anusuya R" userId="85eefe040dbd19ca" providerId="LiveId" clId="{F6C0FBD5-51B7-4E53-9C14-EFF993B86CB3}" dt="2026-10-17T07:53:56.610" v="115" actId="207"/>
          <ac:spMkLst>
            <pc:docMk/>
            <pc:sldMk cId="845072522" sldId="278"/>
            <ac:spMk id="4" creationId="{F51603C7-ABC6-7D63-1723-98959F5F032B}"/>
          </ac:spMkLst>
        </pc:spChg>
        <pc:spChg chg="add mod">
          <ac:chgData name="Anusuya R" userId="85eefe040dbd19ca" providerId="LiveId" clId="{F6C0FBD5-51B7-4E53-9C14-EFF993B86CB3}" dt="2026-10-17T07:54:06.517" v="117" actId="14100"/>
          <ac:spMkLst>
            <pc:docMk/>
            <pc:sldMk cId="845072522" sldId="278"/>
            <ac:spMk id="6" creationId="{ACB4812A-63C3-3A6E-17B4-89752B437AF9}"/>
          </ac:spMkLst>
        </pc:spChg>
      </pc:sldChg>
      <pc:sldChg chg="modSp new mod">
        <pc:chgData name="Anusuya R" userId="85eefe040dbd19ca" providerId="LiveId" clId="{F6C0FBD5-51B7-4E53-9C14-EFF993B86CB3}" dt="2026-10-17T07:55:04.989" v="156" actId="123"/>
        <pc:sldMkLst>
          <pc:docMk/>
          <pc:sldMk cId="2259376759" sldId="279"/>
        </pc:sldMkLst>
        <pc:spChg chg="mod">
          <ac:chgData name="Anusuya R" userId="85eefe040dbd19ca" providerId="LiveId" clId="{F6C0FBD5-51B7-4E53-9C14-EFF993B86CB3}" dt="2026-10-17T07:55:04.989" v="156" actId="123"/>
          <ac:spMkLst>
            <pc:docMk/>
            <pc:sldMk cId="2259376759" sldId="279"/>
            <ac:spMk id="3" creationId="{8A0A17A1-EE57-FFD3-0493-DD108FD8A099}"/>
          </ac:spMkLst>
        </pc:spChg>
      </pc:sldChg>
      <pc:sldChg chg="modSp new mod">
        <pc:chgData name="Anusuya R" userId="85eefe040dbd19ca" providerId="LiveId" clId="{F6C0FBD5-51B7-4E53-9C14-EFF993B86CB3}" dt="2026-10-17T08:15:33.658" v="175" actId="123"/>
        <pc:sldMkLst>
          <pc:docMk/>
          <pc:sldMk cId="2220704870" sldId="280"/>
        </pc:sldMkLst>
        <pc:spChg chg="mod">
          <ac:chgData name="Anusuya R" userId="85eefe040dbd19ca" providerId="LiveId" clId="{F6C0FBD5-51B7-4E53-9C14-EFF993B86CB3}" dt="2026-10-17T08:15:06.974" v="167"/>
          <ac:spMkLst>
            <pc:docMk/>
            <pc:sldMk cId="2220704870" sldId="280"/>
            <ac:spMk id="2" creationId="{2E9D7077-18C6-C3BF-F13B-ECEF04BE923B}"/>
          </ac:spMkLst>
        </pc:spChg>
        <pc:spChg chg="mod">
          <ac:chgData name="Anusuya R" userId="85eefe040dbd19ca" providerId="LiveId" clId="{F6C0FBD5-51B7-4E53-9C14-EFF993B86CB3}" dt="2026-10-17T08:15:33.658" v="175" actId="123"/>
          <ac:spMkLst>
            <pc:docMk/>
            <pc:sldMk cId="2220704870" sldId="280"/>
            <ac:spMk id="3" creationId="{0AB8F055-C481-A5E3-F549-180D4FFA4F10}"/>
          </ac:spMkLst>
        </pc:spChg>
      </pc:sldChg>
      <pc:sldChg chg="addSp modSp new mod">
        <pc:chgData name="Anusuya R" userId="85eefe040dbd19ca" providerId="LiveId" clId="{F6C0FBD5-51B7-4E53-9C14-EFF993B86CB3}" dt="2026-10-17T08:17:44.469" v="185" actId="1076"/>
        <pc:sldMkLst>
          <pc:docMk/>
          <pc:sldMk cId="2730060209" sldId="281"/>
        </pc:sldMkLst>
        <pc:spChg chg="mod">
          <ac:chgData name="Anusuya R" userId="85eefe040dbd19ca" providerId="LiveId" clId="{F6C0FBD5-51B7-4E53-9C14-EFF993B86CB3}" dt="2026-10-17T08:17:41.870" v="184"/>
          <ac:spMkLst>
            <pc:docMk/>
            <pc:sldMk cId="2730060209" sldId="281"/>
            <ac:spMk id="2" creationId="{C1F1FF8C-8484-56CF-F501-C38647B3F153}"/>
          </ac:spMkLst>
        </pc:spChg>
        <pc:spChg chg="add mod">
          <ac:chgData name="Anusuya R" userId="85eefe040dbd19ca" providerId="LiveId" clId="{F6C0FBD5-51B7-4E53-9C14-EFF993B86CB3}" dt="2026-10-17T08:17:44.469" v="185" actId="1076"/>
          <ac:spMkLst>
            <pc:docMk/>
            <pc:sldMk cId="2730060209" sldId="281"/>
            <ac:spMk id="4" creationId="{902225C7-9789-F234-E418-554221872D79}"/>
          </ac:spMkLst>
        </pc:spChg>
        <pc:spChg chg="add mod">
          <ac:chgData name="Anusuya R" userId="85eefe040dbd19ca" providerId="LiveId" clId="{F6C0FBD5-51B7-4E53-9C14-EFF993B86CB3}" dt="2026-10-17T08:16:58.211" v="183"/>
          <ac:spMkLst>
            <pc:docMk/>
            <pc:sldMk cId="2730060209" sldId="281"/>
            <ac:spMk id="5" creationId="{7AC6E1C7-2444-13F3-DC60-6C061A090C34}"/>
          </ac:spMkLst>
        </pc:spChg>
      </pc:sldChg>
      <pc:sldChg chg="addSp modSp new mod">
        <pc:chgData name="Anusuya R" userId="85eefe040dbd19ca" providerId="LiveId" clId="{F6C0FBD5-51B7-4E53-9C14-EFF993B86CB3}" dt="2026-10-17T08:20:47.553" v="191" actId="207"/>
        <pc:sldMkLst>
          <pc:docMk/>
          <pc:sldMk cId="1142853517" sldId="282"/>
        </pc:sldMkLst>
        <pc:spChg chg="mod">
          <ac:chgData name="Anusuya R" userId="85eefe040dbd19ca" providerId="LiveId" clId="{F6C0FBD5-51B7-4E53-9C14-EFF993B86CB3}" dt="2026-10-17T08:18:27.010" v="187"/>
          <ac:spMkLst>
            <pc:docMk/>
            <pc:sldMk cId="1142853517" sldId="282"/>
            <ac:spMk id="2" creationId="{8919A83C-CC15-F874-B997-1407E40C97ED}"/>
          </ac:spMkLst>
        </pc:spChg>
        <pc:spChg chg="add mod">
          <ac:chgData name="Anusuya R" userId="85eefe040dbd19ca" providerId="LiveId" clId="{F6C0FBD5-51B7-4E53-9C14-EFF993B86CB3}" dt="2026-10-17T08:20:47.553" v="191" actId="207"/>
          <ac:spMkLst>
            <pc:docMk/>
            <pc:sldMk cId="1142853517" sldId="282"/>
            <ac:spMk id="4" creationId="{327BD31D-021F-2923-8002-589610BD952E}"/>
          </ac:spMkLst>
        </pc:spChg>
      </pc:sldChg>
      <pc:sldChg chg="modSp new mod">
        <pc:chgData name="Anusuya R" userId="85eefe040dbd19ca" providerId="LiveId" clId="{F6C0FBD5-51B7-4E53-9C14-EFF993B86CB3}" dt="2026-10-17T08:22:48.970" v="217" actId="207"/>
        <pc:sldMkLst>
          <pc:docMk/>
          <pc:sldMk cId="1620297493" sldId="283"/>
        </pc:sldMkLst>
        <pc:spChg chg="mod">
          <ac:chgData name="Anusuya R" userId="85eefe040dbd19ca" providerId="LiveId" clId="{F6C0FBD5-51B7-4E53-9C14-EFF993B86CB3}" dt="2026-10-17T08:22:48.970" v="217" actId="207"/>
          <ac:spMkLst>
            <pc:docMk/>
            <pc:sldMk cId="1620297493" sldId="283"/>
            <ac:spMk id="3" creationId="{E37DC3BB-4392-8EEA-8B63-2FCDE50A0B39}"/>
          </ac:spMkLst>
        </pc:spChg>
      </pc:sldChg>
      <pc:sldChg chg="modSp new mod">
        <pc:chgData name="Anusuya R" userId="85eefe040dbd19ca" providerId="LiveId" clId="{F6C0FBD5-51B7-4E53-9C14-EFF993B86CB3}" dt="2026-10-17T08:25:06.909" v="229" actId="113"/>
        <pc:sldMkLst>
          <pc:docMk/>
          <pc:sldMk cId="1998727363" sldId="284"/>
        </pc:sldMkLst>
        <pc:spChg chg="mod">
          <ac:chgData name="Anusuya R" userId="85eefe040dbd19ca" providerId="LiveId" clId="{F6C0FBD5-51B7-4E53-9C14-EFF993B86CB3}" dt="2026-10-17T08:22:58.861" v="219"/>
          <ac:spMkLst>
            <pc:docMk/>
            <pc:sldMk cId="1998727363" sldId="284"/>
            <ac:spMk id="2" creationId="{9A186E7E-196F-3658-E81E-3831C3BFAD7F}"/>
          </ac:spMkLst>
        </pc:spChg>
        <pc:spChg chg="mod">
          <ac:chgData name="Anusuya R" userId="85eefe040dbd19ca" providerId="LiveId" clId="{F6C0FBD5-51B7-4E53-9C14-EFF993B86CB3}" dt="2026-10-17T08:25:06.909" v="229" actId="113"/>
          <ac:spMkLst>
            <pc:docMk/>
            <pc:sldMk cId="1998727363" sldId="284"/>
            <ac:spMk id="3" creationId="{05672896-DDA6-95B9-334F-3D0B1E6B94C5}"/>
          </ac:spMkLst>
        </pc:spChg>
      </pc:sldChg>
      <pc:sldChg chg="addSp modSp new mod">
        <pc:chgData name="Anusuya R" userId="85eefe040dbd19ca" providerId="LiveId" clId="{F6C0FBD5-51B7-4E53-9C14-EFF993B86CB3}" dt="2026-10-17T08:32:25.919" v="241" actId="12385"/>
        <pc:sldMkLst>
          <pc:docMk/>
          <pc:sldMk cId="4223163444" sldId="285"/>
        </pc:sldMkLst>
        <pc:spChg chg="mod">
          <ac:chgData name="Anusuya R" userId="85eefe040dbd19ca" providerId="LiveId" clId="{F6C0FBD5-51B7-4E53-9C14-EFF993B86CB3}" dt="2026-10-17T08:32:05.317" v="234" actId="20577"/>
          <ac:spMkLst>
            <pc:docMk/>
            <pc:sldMk cId="4223163444" sldId="285"/>
            <ac:spMk id="3" creationId="{155658EE-30B2-B9AC-DB96-2F27BBCD4DDC}"/>
          </ac:spMkLst>
        </pc:spChg>
        <pc:graphicFrameChg chg="add mod modGraphic">
          <ac:chgData name="Anusuya R" userId="85eefe040dbd19ca" providerId="LiveId" clId="{F6C0FBD5-51B7-4E53-9C14-EFF993B86CB3}" dt="2026-10-17T08:32:25.919" v="241" actId="12385"/>
          <ac:graphicFrameMkLst>
            <pc:docMk/>
            <pc:sldMk cId="4223163444" sldId="285"/>
            <ac:graphicFrameMk id="4" creationId="{67657631-8127-C54F-50AE-27BE24CBC717}"/>
          </ac:graphicFrameMkLst>
        </pc:graphicFrameChg>
      </pc:sldChg>
      <pc:sldChg chg="modSp new mod">
        <pc:chgData name="Anusuya R" userId="85eefe040dbd19ca" providerId="LiveId" clId="{F6C0FBD5-51B7-4E53-9C14-EFF993B86CB3}" dt="2026-10-17T08:34:18.812" v="272"/>
        <pc:sldMkLst>
          <pc:docMk/>
          <pc:sldMk cId="2204413082" sldId="286"/>
        </pc:sldMkLst>
        <pc:spChg chg="mod">
          <ac:chgData name="Anusuya R" userId="85eefe040dbd19ca" providerId="LiveId" clId="{F6C0FBD5-51B7-4E53-9C14-EFF993B86CB3}" dt="2026-10-17T08:33:52.543" v="267" actId="20577"/>
          <ac:spMkLst>
            <pc:docMk/>
            <pc:sldMk cId="2204413082" sldId="286"/>
            <ac:spMk id="2" creationId="{4F96B31F-AB26-4F2B-F3C8-CA3A7B452566}"/>
          </ac:spMkLst>
        </pc:spChg>
        <pc:spChg chg="mod">
          <ac:chgData name="Anusuya R" userId="85eefe040dbd19ca" providerId="LiveId" clId="{F6C0FBD5-51B7-4E53-9C14-EFF993B86CB3}" dt="2026-10-17T08:34:18.812" v="272"/>
          <ac:spMkLst>
            <pc:docMk/>
            <pc:sldMk cId="2204413082" sldId="286"/>
            <ac:spMk id="3" creationId="{6BB0B03D-DBFE-CF9E-62DA-FC7D6AF84C37}"/>
          </ac:spMkLst>
        </pc:spChg>
      </pc:sldChg>
      <pc:sldChg chg="modSp new mod">
        <pc:chgData name="Anusuya R" userId="85eefe040dbd19ca" providerId="LiveId" clId="{F6C0FBD5-51B7-4E53-9C14-EFF993B86CB3}" dt="2026-10-17T08:35:55.128" v="276" actId="20577"/>
        <pc:sldMkLst>
          <pc:docMk/>
          <pc:sldMk cId="2103529294" sldId="287"/>
        </pc:sldMkLst>
        <pc:spChg chg="mod">
          <ac:chgData name="Anusuya R" userId="85eefe040dbd19ca" providerId="LiveId" clId="{F6C0FBD5-51B7-4E53-9C14-EFF993B86CB3}" dt="2026-10-17T08:35:55.128" v="276" actId="20577"/>
          <ac:spMkLst>
            <pc:docMk/>
            <pc:sldMk cId="2103529294" sldId="287"/>
            <ac:spMk id="3" creationId="{4939900D-5FF1-784D-F308-DC97D64058CF}"/>
          </ac:spMkLst>
        </pc:spChg>
      </pc:sldChg>
      <pc:sldChg chg="addSp delSp modSp new del mod">
        <pc:chgData name="Anusuya R" userId="85eefe040dbd19ca" providerId="LiveId" clId="{F6C0FBD5-51B7-4E53-9C14-EFF993B86CB3}" dt="2026-10-19T09:18:02.399" v="316" actId="2696"/>
        <pc:sldMkLst>
          <pc:docMk/>
          <pc:sldMk cId="497311524" sldId="288"/>
        </pc:sldMkLst>
      </pc:sldChg>
      <pc:sldChg chg="modSp new del mod">
        <pc:chgData name="Anusuya R" userId="85eefe040dbd19ca" providerId="LiveId" clId="{F6C0FBD5-51B7-4E53-9C14-EFF993B86CB3}" dt="2026-10-19T09:18:02.399" v="316" actId="2696"/>
        <pc:sldMkLst>
          <pc:docMk/>
          <pc:sldMk cId="804302866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6806-8793-863B-F429-DD6BDBB55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2348C-C46E-89DB-DB09-CE132437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3B362-2F4A-CA15-AF85-41DB9EA7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09BCD-052A-614F-9105-1ECB9E33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18B0-0489-B9A1-495F-594CA89F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94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C260-449C-EFBB-6C87-179E4C388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E6DC5-0C9B-B980-3479-D3B6FC56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510E3-3C6C-5A3C-F25C-A55A3E03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5D47-C5C8-2F54-21A6-48C50958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61DA-86BE-CB53-8F54-4AAF3C95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9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5EBC-344B-7451-587E-1B8B927B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E1036-74B1-C892-B5B8-BADDABBDB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DBA58-F6E8-22F3-2BD5-D612D252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5871-33C3-AFBF-D91B-3C805A51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FE1CE-DE34-DCB9-611F-E1368392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05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CD0F-ABD8-F367-AAAA-BF149561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840F-380D-1F49-43CC-1122D123A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94125-5A50-5D26-7F05-EB80B21F4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F15D2-1928-01D9-F76E-A2889020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227AE-3C7F-E7AD-2003-14C5AE76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12162-1612-DB65-5399-74F81E20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78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2028-3448-D9B8-7444-97409BD6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3F728-B21B-2C61-E2DD-00A28EBD8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EDC9F-EB38-5F93-55C9-71DC3041E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91248-FE6D-B9C9-5F59-E01C8D9B4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D3293-60FA-F4F9-E937-298AA3E76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5A141-C069-9388-A7A4-0252B7D8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8B5BF6-F0AA-289D-BC3C-EF2B5DE3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711FD3-03D0-2D55-808B-2FD19BBB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00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FC2B-D9A6-8CC3-90DF-0E36F3C6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C1D10-6783-BB7A-6597-864063FD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619D5-ACD4-9BF2-1CD0-0462E1A9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3AF95-3E1A-E19D-CC5B-03AE8F81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86FFA-E649-068F-C582-0727D192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C216D0-0ABA-CB8B-C526-92262D56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6F592-ED2E-C0DB-18F0-884DB96C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63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4AAD-D50F-875C-1592-59D95DF1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61360-1A91-F0DA-B3D4-CDFDECB2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C95FC-7177-B134-D2D5-6E00C642F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685C3-73E9-1F11-C2A4-6F2064CE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DB97E-399A-F185-2B47-4F25E464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810FA-09BE-15D2-493D-D8873A59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11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19A9-F367-5E9A-0BFE-7BFDD432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13F5D-FCEA-409B-20B9-58981E60A2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407C3-7615-FEA9-D0ED-2D239067C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FFD91-2F13-20B8-E2B4-3A58B843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C050F-A697-AA6F-9F59-939282BD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773C-0AB6-A8A3-3B0B-8EE9CEAF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54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EB70-29DB-574F-E701-1FEE6B7E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FE7C3-2FC9-B0DC-52D9-806EAFDFA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B390-7668-6027-01B9-53C483B8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E9B83-51FA-67E7-BC14-3E159231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2F44-A485-F15F-047F-037BF73A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79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F90B5-0DDE-9D12-3706-83D6801A7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F4322-8776-3E59-0380-225290D79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4E661-00BF-251C-8966-A1E71E3A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3E686-0013-66F9-4B5F-0B221E21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9E3AA-4363-D3AD-1066-F7D12D3B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77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C08A9-32C0-D4D9-87BA-0CF53102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F6214-74E6-A8B8-7541-496E30596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062BE-4004-27A1-6B2E-6DD958864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E0234-766B-4C9A-A383-20FDD9E71642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3049-3C7D-4E71-5D4E-02C3C3873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26C8C-FC86-4CCA-57F4-5801B7179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F3C2B-971E-4FD6-B96C-A6F56C37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92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C429-9A4E-448E-4814-A302A0FB4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Generics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B1321-574A-DE8A-C6EB-B234A40A23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23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3D7F7-7D59-FD75-3141-BEC68615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2BDE8-52A1-8358-ED64-972B405AF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Before Java 5, collections stored Object, which caused two problems: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List </a:t>
            </a:r>
            <a:r>
              <a:rPr lang="en-IN" b="1" dirty="0" err="1">
                <a:solidFill>
                  <a:srgbClr val="FF0000"/>
                </a:solidFill>
              </a:rPr>
              <a:t>list</a:t>
            </a:r>
            <a:r>
              <a:rPr lang="en-IN" b="1" dirty="0">
                <a:solidFill>
                  <a:srgbClr val="FF0000"/>
                </a:solidFill>
              </a:rPr>
              <a:t> = new </a:t>
            </a:r>
            <a:r>
              <a:rPr lang="en-IN" b="1" dirty="0" err="1">
                <a:solidFill>
                  <a:srgbClr val="FF0000"/>
                </a:solidFill>
              </a:rPr>
              <a:t>ArrayList</a:t>
            </a:r>
            <a:r>
              <a:rPr lang="en-IN" b="1" dirty="0">
                <a:solidFill>
                  <a:srgbClr val="FF0000"/>
                </a:solidFill>
              </a:rPr>
              <a:t>();</a:t>
            </a:r>
          </a:p>
          <a:p>
            <a:r>
              <a:rPr lang="en-IN" b="1" dirty="0" err="1">
                <a:solidFill>
                  <a:srgbClr val="FF0000"/>
                </a:solidFill>
              </a:rPr>
              <a:t>list.add</a:t>
            </a:r>
            <a:r>
              <a:rPr lang="en-IN" b="1" dirty="0">
                <a:solidFill>
                  <a:srgbClr val="FF0000"/>
                </a:solidFill>
              </a:rPr>
              <a:t>("Hello");</a:t>
            </a:r>
          </a:p>
          <a:p>
            <a:r>
              <a:rPr lang="en-IN" b="1" dirty="0" err="1">
                <a:solidFill>
                  <a:srgbClr val="FF0000"/>
                </a:solidFill>
              </a:rPr>
              <a:t>list.add</a:t>
            </a:r>
            <a:r>
              <a:rPr lang="en-IN" b="1" dirty="0">
                <a:solidFill>
                  <a:srgbClr val="FF0000"/>
                </a:solidFill>
              </a:rPr>
              <a:t>(10);                      // compiler allows mixing types</a:t>
            </a:r>
          </a:p>
          <a:p>
            <a:r>
              <a:rPr lang="en-IN" b="1" dirty="0">
                <a:solidFill>
                  <a:srgbClr val="FF0000"/>
                </a:solidFill>
              </a:rPr>
              <a:t>String s = (String) </a:t>
            </a:r>
            <a:r>
              <a:rPr lang="en-IN" b="1" dirty="0" err="1">
                <a:solidFill>
                  <a:srgbClr val="FF0000"/>
                </a:solidFill>
              </a:rPr>
              <a:t>list.get</a:t>
            </a:r>
            <a:r>
              <a:rPr lang="en-IN" b="1" dirty="0">
                <a:solidFill>
                  <a:srgbClr val="FF0000"/>
                </a:solidFill>
              </a:rPr>
              <a:t>(1);   // </a:t>
            </a:r>
            <a:r>
              <a:rPr lang="en-IN" b="1" dirty="0" err="1">
                <a:solidFill>
                  <a:srgbClr val="FF0000"/>
                </a:solidFill>
              </a:rPr>
              <a:t>ClassCastException</a:t>
            </a:r>
            <a:r>
              <a:rPr lang="en-IN" b="1" dirty="0">
                <a:solidFill>
                  <a:srgbClr val="FF0000"/>
                </a:solidFill>
              </a:rPr>
              <a:t> at RUNTIME</a:t>
            </a:r>
          </a:p>
        </p:txBody>
      </p:sp>
    </p:spTree>
    <p:extLst>
      <p:ext uri="{BB962C8B-B14F-4D97-AF65-F5344CB8AC3E}">
        <p14:creationId xmlns:p14="http://schemas.microsoft.com/office/powerpoint/2010/main" val="278177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3E06-93DE-0E73-A6C5-D5B96994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034BF-08CA-ADF3-3E97-92BB50CB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Generics let you write code that works with </a:t>
            </a:r>
            <a:r>
              <a:rPr lang="en-IN" b="1" dirty="0"/>
              <a:t>a type supplied later</a:t>
            </a:r>
            <a:r>
              <a:rPr lang="en-IN" dirty="0"/>
              <a:t>, while the compiler checks types at </a:t>
            </a:r>
            <a:r>
              <a:rPr lang="en-IN" b="1" dirty="0"/>
              <a:t>compile time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List&lt;String&gt; list = new </a:t>
            </a:r>
            <a:r>
              <a:rPr lang="en-IN" b="1" dirty="0" err="1">
                <a:solidFill>
                  <a:srgbClr val="FF0000"/>
                </a:solidFill>
              </a:rPr>
              <a:t>ArrayList</a:t>
            </a:r>
            <a:r>
              <a:rPr lang="en-IN" b="1" dirty="0">
                <a:solidFill>
                  <a:srgbClr val="FF0000"/>
                </a:solidFill>
              </a:rPr>
              <a:t>&lt;&gt;();</a:t>
            </a:r>
          </a:p>
          <a:p>
            <a:r>
              <a:rPr lang="en-IN" b="1" dirty="0" err="1">
                <a:solidFill>
                  <a:srgbClr val="FF0000"/>
                </a:solidFill>
              </a:rPr>
              <a:t>list.add</a:t>
            </a:r>
            <a:r>
              <a:rPr lang="en-IN" b="1" dirty="0">
                <a:solidFill>
                  <a:srgbClr val="FF0000"/>
                </a:solidFill>
              </a:rPr>
              <a:t>("Hello");</a:t>
            </a:r>
          </a:p>
          <a:p>
            <a:r>
              <a:rPr lang="en-IN" b="1" dirty="0" err="1">
                <a:solidFill>
                  <a:srgbClr val="FF0000"/>
                </a:solidFill>
              </a:rPr>
              <a:t>list.add</a:t>
            </a:r>
            <a:r>
              <a:rPr lang="en-IN" b="1" dirty="0">
                <a:solidFill>
                  <a:srgbClr val="FF0000"/>
                </a:solidFill>
              </a:rPr>
              <a:t>(10);                      // compile-time error</a:t>
            </a:r>
          </a:p>
          <a:p>
            <a:r>
              <a:rPr lang="en-IN" b="1" dirty="0">
                <a:solidFill>
                  <a:srgbClr val="FF0000"/>
                </a:solidFill>
              </a:rPr>
              <a:t>String s = </a:t>
            </a:r>
            <a:r>
              <a:rPr lang="en-IN" b="1" dirty="0" err="1">
                <a:solidFill>
                  <a:srgbClr val="FF0000"/>
                </a:solidFill>
              </a:rPr>
              <a:t>list.get</a:t>
            </a:r>
            <a:r>
              <a:rPr lang="en-IN" b="1" dirty="0">
                <a:solidFill>
                  <a:srgbClr val="FF0000"/>
                </a:solidFill>
              </a:rPr>
              <a:t>(0);            // no cast needed</a:t>
            </a:r>
          </a:p>
        </p:txBody>
      </p:sp>
    </p:spTree>
    <p:extLst>
      <p:ext uri="{BB962C8B-B14F-4D97-AF65-F5344CB8AC3E}">
        <p14:creationId xmlns:p14="http://schemas.microsoft.com/office/powerpoint/2010/main" val="94473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73DF-09ED-B4F3-8D0A-96CB84E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EFC3-CB7C-464E-290D-891DA32D7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F196E-8152-ED69-1011-E1C42607E8DE}"/>
              </a:ext>
            </a:extLst>
          </p:cNvPr>
          <p:cNvSpPr/>
          <p:nvPr/>
        </p:nvSpPr>
        <p:spPr>
          <a:xfrm>
            <a:off x="711199" y="581891"/>
            <a:ext cx="7509164" cy="6031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Box&lt;</a:t>
            </a:r>
            <a:r>
              <a:rPr lang="en-IN" sz="1800" b="1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&gt; {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IN" sz="1800" b="1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IN" sz="1800" b="1" dirty="0">
                <a:solidFill>
                  <a:srgbClr val="C77DBB"/>
                </a:solidFill>
                <a:effectLst/>
                <a:latin typeface="JetBrains Mono"/>
              </a:rPr>
              <a:t>item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IN" sz="1800" b="1" dirty="0">
                <a:solidFill>
                  <a:srgbClr val="56A8F5"/>
                </a:solidFill>
                <a:effectLst/>
                <a:latin typeface="JetBrains Mono"/>
              </a:rPr>
              <a:t>Box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b="1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item) { </a:t>
            </a:r>
            <a:r>
              <a:rPr lang="en-IN" sz="1800" b="1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IN" sz="1800" b="1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IN" sz="1800" b="1" dirty="0" err="1">
                <a:solidFill>
                  <a:srgbClr val="C77DBB"/>
                </a:solidFill>
                <a:effectLst/>
                <a:latin typeface="JetBrains Mono"/>
              </a:rPr>
              <a:t>item</a:t>
            </a:r>
            <a:r>
              <a:rPr lang="en-IN" sz="1800" b="1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= item; }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IN" sz="1800" b="1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IN" sz="1800" b="1" dirty="0">
                <a:solidFill>
                  <a:srgbClr val="56A8F5"/>
                </a:solidFill>
                <a:effectLst/>
                <a:latin typeface="JetBrains Mono"/>
              </a:rPr>
              <a:t>get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()     {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IN" sz="1800" b="1" dirty="0">
                <a:solidFill>
                  <a:srgbClr val="C77DBB"/>
                </a:solidFill>
                <a:effectLst/>
                <a:latin typeface="JetBrains Mono"/>
              </a:rPr>
              <a:t>item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; }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lang="en-IN" sz="1800" b="1" dirty="0">
                <a:solidFill>
                  <a:srgbClr val="56A8F5"/>
                </a:solidFill>
                <a:effectLst/>
                <a:latin typeface="JetBrains Mono"/>
              </a:rPr>
              <a:t>set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b="1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item) { </a:t>
            </a:r>
            <a:r>
              <a:rPr lang="en-IN" sz="1800" b="1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IN" sz="1800" b="1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IN" sz="1800" b="1" dirty="0" err="1">
                <a:solidFill>
                  <a:srgbClr val="C77DBB"/>
                </a:solidFill>
                <a:effectLst/>
                <a:latin typeface="JetBrains Mono"/>
              </a:rPr>
              <a:t>item</a:t>
            </a:r>
            <a:r>
              <a:rPr lang="en-IN" sz="1800" b="1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= item; }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Demo {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lang="en-IN" sz="1800" b="1" dirty="0"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(String[] </a:t>
            </a:r>
            <a:r>
              <a:rPr lang="en-IN" sz="1800" b="1" dirty="0" err="1">
                <a:solidFill>
                  <a:srgbClr val="BCBEC4"/>
                </a:solidFill>
                <a:effectLst/>
                <a:latin typeface="JetBrains Mono"/>
              </a:rPr>
              <a:t>args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    Box&lt;Integer&gt; b1 =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Box&lt;&gt;(</a:t>
            </a:r>
            <a:r>
              <a:rPr lang="en-IN" sz="1800" b="1" dirty="0">
                <a:solidFill>
                  <a:srgbClr val="2AACB8"/>
                </a:solidFill>
                <a:effectLst/>
                <a:latin typeface="JetBrains Mono"/>
              </a:rPr>
              <a:t>25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);        </a:t>
            </a: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// T = Integer</a:t>
            </a:r>
            <a:b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Box&lt;String&gt;  b2 =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Box&lt;&gt;(</a:t>
            </a:r>
            <a:r>
              <a:rPr lang="en-IN" sz="1800" b="1" dirty="0">
                <a:solidFill>
                  <a:srgbClr val="6AAB73"/>
                </a:solidFill>
                <a:effectLst/>
                <a:latin typeface="JetBrains Mono"/>
              </a:rPr>
              <a:t>"Java"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);    </a:t>
            </a: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// T = String</a:t>
            </a:r>
            <a:b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</a:br>
            <a:b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IN" sz="1800" b="1" dirty="0"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x = b1.get();       </a:t>
            </a: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// no cast</a:t>
            </a:r>
            <a:b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String s = b2.get();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// b1.set("text");      // compile error: String is not Integer</a:t>
            </a:r>
            <a:b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b="1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5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BCB3-A07C-6825-1781-88EDAF0D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693A29-2D18-EA33-DB0A-C84D75626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703870"/>
              </p:ext>
            </p:extLst>
          </p:nvPr>
        </p:nvGraphicFramePr>
        <p:xfrm>
          <a:off x="1764144" y="2721134"/>
          <a:ext cx="838662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93310">
                  <a:extLst>
                    <a:ext uri="{9D8B030D-6E8A-4147-A177-3AD203B41FA5}">
                      <a16:colId xmlns:a16="http://schemas.microsoft.com/office/drawing/2014/main" val="1492695549"/>
                    </a:ext>
                  </a:extLst>
                </a:gridCol>
                <a:gridCol w="4193310">
                  <a:extLst>
                    <a:ext uri="{9D8B030D-6E8A-4147-A177-3AD203B41FA5}">
                      <a16:colId xmlns:a16="http://schemas.microsoft.com/office/drawing/2014/main" val="3759537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65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74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(collections)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73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K,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Key,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734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778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83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S, 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2nd, 3rd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099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08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7348-0A92-D036-7C3D-7BA6B8B0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type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B2EC-50A4-CA3B-EFE2-D8EE0830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4E0AF-8262-9C07-4E62-CAAC919459EA}"/>
              </a:ext>
            </a:extLst>
          </p:cNvPr>
          <p:cNvSpPr/>
          <p:nvPr/>
        </p:nvSpPr>
        <p:spPr>
          <a:xfrm>
            <a:off x="0" y="1274619"/>
            <a:ext cx="6705600" cy="51354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pPr>
              <a:buNone/>
            </a:pPr>
            <a:endParaRPr lang="en-IN" sz="1800" dirty="0">
              <a:solidFill>
                <a:srgbClr val="0033B3"/>
              </a:solidFill>
              <a:effectLst/>
              <a:latin typeface="JetBrains Mono"/>
            </a:endParaRPr>
          </a:p>
          <a:p>
            <a:pPr>
              <a:buNone/>
            </a:pPr>
            <a:endParaRPr lang="en-IN" dirty="0">
              <a:solidFill>
                <a:srgbClr val="0033B3"/>
              </a:solidFill>
              <a:latin typeface="JetBrains Mono"/>
            </a:endParaRPr>
          </a:p>
          <a:p>
            <a:pPr>
              <a:buNone/>
            </a:pP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Pair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K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V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K 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key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V 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Pair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K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V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dirty="0" err="1">
                <a:solidFill>
                  <a:srgbClr val="871094"/>
                </a:solidFill>
                <a:effectLst/>
                <a:latin typeface="JetBrains Mono"/>
              </a:rPr>
              <a:t>key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dirty="0" err="1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K </a:t>
            </a:r>
            <a:r>
              <a:rPr lang="en-IN" sz="1800" dirty="0" err="1">
                <a:solidFill>
                  <a:srgbClr val="00627A"/>
                </a:solidFill>
                <a:effectLst/>
                <a:latin typeface="JetBrains Mono"/>
              </a:rPr>
              <a:t>getKey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()   {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key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V </a:t>
            </a:r>
            <a:r>
              <a:rPr lang="en-IN" sz="1800" dirty="0" err="1">
                <a:solidFill>
                  <a:srgbClr val="00627A"/>
                </a:solidFill>
                <a:effectLst/>
                <a:latin typeface="JetBrains Mono"/>
              </a:rPr>
              <a:t>getValue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() {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IN" sz="18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IN" sz="1800" dirty="0" err="1"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key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 -&gt; "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 dirty="0">
                <a:solidFill>
                  <a:srgbClr val="871094"/>
                </a:solidFill>
                <a:effectLst/>
                <a:latin typeface="JetBrains Mono"/>
              </a:rPr>
              <a:t>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10418-C737-34DF-B07A-AE0D68DCE54F}"/>
              </a:ext>
            </a:extLst>
          </p:cNvPr>
          <p:cNvSpPr/>
          <p:nvPr/>
        </p:nvSpPr>
        <p:spPr>
          <a:xfrm>
            <a:off x="6807200" y="1274619"/>
            <a:ext cx="5301673" cy="5015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Main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Pair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p1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Pair&lt;&gt;(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"Anu"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95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Pair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p2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Pair&lt;&gt;(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101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"Chennai"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p1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p2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"Name  : "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p1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.getKey());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"Marks : "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p1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.getValue());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964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CC09-CDA3-DF7F-A650-75A838DD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A17A1-EE57-FFD3-0493-DD108FD8A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Pair&lt;K, V&gt; is a generic class with two type parameters: K for the key and V for the value.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Pair&lt;String, Integer&gt; makes K = String and V = Integer, so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getKey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a String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an Integer. No casting is needed.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Pair&lt;Integer, String&gt; reuses the same class with the types reversed.</a:t>
            </a:r>
          </a:p>
          <a:p>
            <a:pPr lvl="0"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(p1) calls the overridden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which prints key -&gt;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37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9AB9-ACF6-E797-4676-F8621504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72C3-79FB-95E6-BAED-862C2F6FF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arguments must be reference types.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Box&lt;int&gt; is illegal; use Box&lt;Integer&gt;. Autoboxing handles the conversion.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diamond operator &lt;&gt;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(Java 7+) lets the compiler infer the type on the right side.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9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134E-F7D7-FB13-0552-A1594022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0AF03-F70E-4C66-A00F-F676D101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interface that declares type parameters. Implementing classes have </a:t>
            </a:r>
            <a:r>
              <a:rPr lang="en-IN" b="1" dirty="0"/>
              <a:t>two choices</a:t>
            </a:r>
            <a:r>
              <a:rPr lang="en-IN" dirty="0"/>
              <a:t>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interface </a:t>
            </a:r>
            <a:r>
              <a:rPr lang="en-US" dirty="0" err="1">
                <a:solidFill>
                  <a:srgbClr val="FF0000"/>
                </a:solidFill>
              </a:rPr>
              <a:t>InterfaceName</a:t>
            </a:r>
            <a:r>
              <a:rPr lang="en-US" dirty="0">
                <a:solidFill>
                  <a:srgbClr val="FF0000"/>
                </a:solidFill>
              </a:rPr>
              <a:t>&lt;T&gt;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// abstract methods using 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void method1(T data);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T method2();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74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7CC4-59AE-F488-60AB-BC87A1F5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2257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Program using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3C546-D735-10F9-1C53-B658BE2DE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1603C7-ABC6-7D63-1723-98959F5F032B}"/>
              </a:ext>
            </a:extLst>
          </p:cNvPr>
          <p:cNvSpPr/>
          <p:nvPr/>
        </p:nvSpPr>
        <p:spPr>
          <a:xfrm>
            <a:off x="979055" y="1006764"/>
            <a:ext cx="4729018" cy="53051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interface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print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7E8A"/>
                </a:solidFill>
                <a:effectLst/>
                <a:latin typeface="JetBrains Mono"/>
              </a:rPr>
              <a:t>T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IntegerPrinter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implements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print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Integer data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"Integer value: "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StringPrinter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implements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print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 data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"String value: "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4812A-63C3-3A6E-17B4-89752B437AF9}"/>
              </a:ext>
            </a:extLst>
          </p:cNvPr>
          <p:cNvSpPr/>
          <p:nvPr/>
        </p:nvSpPr>
        <p:spPr>
          <a:xfrm>
            <a:off x="6096000" y="1006764"/>
            <a:ext cx="4729018" cy="53051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Main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ip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IntegerPrinter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sp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StringPrinter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ip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sp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67D17"/>
                </a:solidFill>
                <a:effectLst/>
                <a:latin typeface="JetBrains Mono"/>
              </a:rPr>
              <a:t>"Hello Generics"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507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A203-708B-A3C4-F9EF-4FB35867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9590-97AD-A3D4-0AF3-0CB93B79E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Note: If we remove the first&lt;Type&gt;in the above method, we will get compilation error (cannot find symbol 'Type') since it represents the declaration of the symbol.</a:t>
            </a:r>
          </a:p>
          <a:p>
            <a:r>
              <a:rPr lang="en-US" dirty="0"/>
              <a:t>In many cases the user of the method need not indicate the type parameters, as they can be inferred:</a:t>
            </a:r>
          </a:p>
          <a:p>
            <a:r>
              <a:rPr lang="en-US" dirty="0"/>
              <a:t>Entry&lt;String, String&gt; pair = </a:t>
            </a:r>
            <a:r>
              <a:rPr lang="en-US" dirty="0" err="1"/>
              <a:t>Entry.twice</a:t>
            </a:r>
            <a:r>
              <a:rPr lang="en-US" dirty="0"/>
              <a:t>("Hello"); </a:t>
            </a:r>
          </a:p>
          <a:p>
            <a:r>
              <a:rPr lang="en-US" dirty="0"/>
              <a:t>The parameters can be explicitly added if needed:</a:t>
            </a:r>
          </a:p>
          <a:p>
            <a:r>
              <a:rPr lang="en-US" dirty="0"/>
              <a:t>Entry&lt;String, String&gt; pair = Entry.&lt;String&gt;twice("Hello");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B709C-E411-C233-6CB0-F64F56EF5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26" y="1690688"/>
            <a:ext cx="8761381" cy="88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8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1DA0-4B01-D2B7-86DB-D3929E8F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D2F77-6E8B-E0F0-4046-810753A3A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566D0-33BB-4752-5F48-D8F2F4B205AB}"/>
              </a:ext>
            </a:extLst>
          </p:cNvPr>
          <p:cNvSpPr/>
          <p:nvPr/>
        </p:nvSpPr>
        <p:spPr>
          <a:xfrm>
            <a:off x="526473" y="1311564"/>
            <a:ext cx="6253018" cy="5763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public class Main {</a:t>
            </a:r>
            <a:br>
              <a:rPr lang="en-IN" dirty="0"/>
            </a:br>
            <a:r>
              <a:rPr lang="en-IN" dirty="0"/>
              <a:t>  // Generic method: works with any type T</a:t>
            </a:r>
            <a:br>
              <a:rPr lang="en-IN" dirty="0"/>
            </a:br>
            <a:r>
              <a:rPr lang="en-IN" dirty="0"/>
              <a:t>  public static &lt;T&gt; void </a:t>
            </a:r>
            <a:r>
              <a:rPr lang="en-IN" dirty="0" err="1"/>
              <a:t>printArray</a:t>
            </a:r>
            <a:r>
              <a:rPr lang="en-IN" dirty="0"/>
              <a:t>(T[] array) {</a:t>
            </a:r>
            <a:br>
              <a:rPr lang="en-IN" dirty="0"/>
            </a:br>
            <a:r>
              <a:rPr lang="en-IN" dirty="0"/>
              <a:t>    for (T item : array) {</a:t>
            </a:r>
            <a:br>
              <a:rPr lang="en-IN" dirty="0"/>
            </a:br>
            <a:r>
              <a:rPr lang="en-IN" dirty="0"/>
              <a:t>      </a:t>
            </a:r>
            <a:r>
              <a:rPr lang="en-IN" dirty="0" err="1"/>
              <a:t>System.out.println</a:t>
            </a:r>
            <a:r>
              <a:rPr lang="en-IN" dirty="0"/>
              <a:t>(item);</a:t>
            </a:r>
            <a:br>
              <a:rPr lang="en-IN" dirty="0"/>
            </a:br>
            <a:r>
              <a:rPr lang="en-IN" dirty="0"/>
              <a:t>    }</a:t>
            </a:r>
            <a:br>
              <a:rPr lang="en-IN" dirty="0"/>
            </a:br>
            <a:r>
              <a:rPr lang="en-IN" dirty="0"/>
              <a:t>  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  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  // Array of Strings</a:t>
            </a:r>
            <a:br>
              <a:rPr lang="en-IN" dirty="0"/>
            </a:br>
            <a:r>
              <a:rPr lang="en-IN" dirty="0"/>
              <a:t>    String[] names = {"Jenny", "Liam"};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    // Array of Integers</a:t>
            </a:r>
            <a:br>
              <a:rPr lang="en-IN" dirty="0"/>
            </a:br>
            <a:r>
              <a:rPr lang="en-IN" dirty="0"/>
              <a:t>    Integer[] numbers = {1, 2, 3};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    // Call the generic method with both arrays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dirty="0" err="1"/>
              <a:t>printArray</a:t>
            </a:r>
            <a:r>
              <a:rPr lang="en-IN" dirty="0"/>
              <a:t>(names);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dirty="0" err="1"/>
              <a:t>printArray</a:t>
            </a:r>
            <a:r>
              <a:rPr lang="en-IN" dirty="0"/>
              <a:t>(numbers);</a:t>
            </a:r>
            <a:br>
              <a:rPr lang="en-IN" dirty="0"/>
            </a:br>
            <a:r>
              <a:rPr lang="en-IN" dirty="0"/>
              <a:t>  }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4911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86AE-F50C-DD11-06B5-4019D845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Bounded type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2F5B-4431-72B1-E556-B4F4D900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unrestricted T is treated as Object, so you can only call Object methods on it. </a:t>
            </a:r>
            <a:r>
              <a:rPr lang="en-IN" b="1" dirty="0"/>
              <a:t>Bounds</a:t>
            </a:r>
            <a:r>
              <a:rPr lang="en-IN" dirty="0"/>
              <a:t> restrict what T can be, and in exchange let you call the bound's methods.</a:t>
            </a:r>
          </a:p>
        </p:txBody>
      </p:sp>
    </p:spTree>
    <p:extLst>
      <p:ext uri="{BB962C8B-B14F-4D97-AF65-F5344CB8AC3E}">
        <p14:creationId xmlns:p14="http://schemas.microsoft.com/office/powerpoint/2010/main" val="77630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87CC-5468-2A70-93CC-14C89A07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1E4DF-1023-DB08-256F-2E2FD6DA7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can use the extends keyword to limit the types a generic class or method can accept.</a:t>
            </a:r>
          </a:p>
          <a:p>
            <a:r>
              <a:rPr lang="en-IN" dirty="0"/>
              <a:t>For example, you can require that the type must be a subclass of Number: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8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1EE2-BB25-2DDA-41FD-F4D929D1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2480-46AC-7DF2-8A73-E4DC15496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29FA0A-4416-C848-D1F1-994064C55328}"/>
              </a:ext>
            </a:extLst>
          </p:cNvPr>
          <p:cNvSpPr/>
          <p:nvPr/>
        </p:nvSpPr>
        <p:spPr>
          <a:xfrm>
            <a:off x="992459" y="802888"/>
            <a:ext cx="7582829" cy="5241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class Stats&lt;T extends Number&gt; {</a:t>
            </a:r>
            <a:br>
              <a:rPr lang="en-IN" dirty="0"/>
            </a:br>
            <a:r>
              <a:rPr lang="en-IN" dirty="0"/>
              <a:t>  T[] </a:t>
            </a:r>
            <a:r>
              <a:rPr lang="en-IN" dirty="0" err="1"/>
              <a:t>nums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  // Constructor</a:t>
            </a:r>
            <a:br>
              <a:rPr lang="en-IN" dirty="0"/>
            </a:br>
            <a:r>
              <a:rPr lang="en-IN" dirty="0"/>
              <a:t>  Stats(T[] </a:t>
            </a:r>
            <a:r>
              <a:rPr lang="en-IN" dirty="0" err="1"/>
              <a:t>nums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dirty="0" err="1"/>
              <a:t>this.nums</a:t>
            </a:r>
            <a:r>
              <a:rPr lang="en-IN" dirty="0"/>
              <a:t> = </a:t>
            </a:r>
            <a:r>
              <a:rPr lang="en-IN" dirty="0" err="1"/>
              <a:t>nums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  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  // Calculate average</a:t>
            </a:r>
            <a:br>
              <a:rPr lang="en-IN" dirty="0"/>
            </a:br>
            <a:r>
              <a:rPr lang="en-IN" dirty="0"/>
              <a:t>  double average() {</a:t>
            </a:r>
            <a:br>
              <a:rPr lang="en-IN" dirty="0"/>
            </a:br>
            <a:r>
              <a:rPr lang="en-IN" dirty="0"/>
              <a:t>    double sum = 0;</a:t>
            </a:r>
            <a:br>
              <a:rPr lang="en-IN" dirty="0"/>
            </a:br>
            <a:r>
              <a:rPr lang="en-IN" dirty="0"/>
              <a:t>    for (T </a:t>
            </a:r>
            <a:r>
              <a:rPr lang="en-IN" dirty="0" err="1"/>
              <a:t>num</a:t>
            </a:r>
            <a:r>
              <a:rPr lang="en-IN" dirty="0"/>
              <a:t> : </a:t>
            </a:r>
            <a:r>
              <a:rPr lang="en-IN" dirty="0" err="1"/>
              <a:t>nums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    sum += </a:t>
            </a:r>
            <a:r>
              <a:rPr lang="en-IN" dirty="0" err="1"/>
              <a:t>num.doubleValue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    }</a:t>
            </a:r>
            <a:br>
              <a:rPr lang="en-IN" dirty="0"/>
            </a:br>
            <a:r>
              <a:rPr lang="en-IN" dirty="0"/>
              <a:t>    return sum / </a:t>
            </a:r>
            <a:r>
              <a:rPr lang="en-IN" dirty="0" err="1"/>
              <a:t>nums.length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  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08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CBA1-7DBF-A758-965A-D102934D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8CC6F-5C77-496B-5BBC-75B2CE53B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6EA65-A81A-5E2A-0D85-85D709799576}"/>
              </a:ext>
            </a:extLst>
          </p:cNvPr>
          <p:cNvSpPr/>
          <p:nvPr/>
        </p:nvSpPr>
        <p:spPr>
          <a:xfrm>
            <a:off x="1071418" y="1825625"/>
            <a:ext cx="6474691" cy="4547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public class Main {</a:t>
            </a:r>
            <a:br>
              <a:rPr lang="en-IN" dirty="0"/>
            </a:br>
            <a:r>
              <a:rPr lang="en-IN" dirty="0"/>
              <a:t>  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  // Use with Integer</a:t>
            </a:r>
            <a:br>
              <a:rPr lang="en-IN" dirty="0"/>
            </a:br>
            <a:r>
              <a:rPr lang="en-IN" dirty="0"/>
              <a:t>    Integer[] </a:t>
            </a:r>
            <a:r>
              <a:rPr lang="en-IN" dirty="0" err="1"/>
              <a:t>intNums</a:t>
            </a:r>
            <a:r>
              <a:rPr lang="en-IN" dirty="0"/>
              <a:t> = {10, 20, 30, 40};</a:t>
            </a:r>
            <a:br>
              <a:rPr lang="en-IN" dirty="0"/>
            </a:br>
            <a:r>
              <a:rPr lang="en-IN" dirty="0"/>
              <a:t>    Stats&lt;Integer&gt; </a:t>
            </a:r>
            <a:r>
              <a:rPr lang="en-IN" dirty="0" err="1"/>
              <a:t>intStats</a:t>
            </a:r>
            <a:r>
              <a:rPr lang="en-IN" dirty="0"/>
              <a:t> = new Stats&lt;&gt;(</a:t>
            </a:r>
            <a:r>
              <a:rPr lang="en-IN" dirty="0" err="1"/>
              <a:t>intNums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dirty="0" err="1"/>
              <a:t>System.out.println</a:t>
            </a:r>
            <a:r>
              <a:rPr lang="en-IN" dirty="0"/>
              <a:t>("Integer average: " + </a:t>
            </a:r>
            <a:r>
              <a:rPr lang="en-IN" dirty="0" err="1"/>
              <a:t>intStats.average</a:t>
            </a:r>
            <a:r>
              <a:rPr lang="en-IN" dirty="0"/>
              <a:t>());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    // Use with Double</a:t>
            </a:r>
            <a:br>
              <a:rPr lang="en-IN" dirty="0"/>
            </a:br>
            <a:r>
              <a:rPr lang="en-IN" dirty="0"/>
              <a:t>    Double[] </a:t>
            </a:r>
            <a:r>
              <a:rPr lang="en-IN" dirty="0" err="1"/>
              <a:t>doubleNums</a:t>
            </a:r>
            <a:r>
              <a:rPr lang="en-IN" dirty="0"/>
              <a:t> = {1.5, 2.5, 3.5};</a:t>
            </a:r>
            <a:br>
              <a:rPr lang="en-IN" dirty="0"/>
            </a:br>
            <a:r>
              <a:rPr lang="en-IN" dirty="0"/>
              <a:t>    Stats&lt;Double&gt; </a:t>
            </a:r>
            <a:r>
              <a:rPr lang="en-IN" dirty="0" err="1"/>
              <a:t>doubleStats</a:t>
            </a:r>
            <a:r>
              <a:rPr lang="en-IN" dirty="0"/>
              <a:t> = new Stats&lt;&gt;(</a:t>
            </a:r>
            <a:r>
              <a:rPr lang="en-IN" dirty="0" err="1"/>
              <a:t>doubleNums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dirty="0" err="1"/>
              <a:t>System.out.println</a:t>
            </a:r>
            <a:r>
              <a:rPr lang="en-IN" dirty="0"/>
              <a:t>("Double average: " + </a:t>
            </a:r>
            <a:r>
              <a:rPr lang="en-IN" dirty="0" err="1"/>
              <a:t>doubleStats.average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  }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5746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0917-1E59-F3C1-B688-F3659B3D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2E20-4C63-5ADE-044B-B3A149368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&lt;T extends Number&gt;: Restricts T to only work with numeric types like Integer, Double, or Float.</a:t>
            </a:r>
          </a:p>
          <a:p>
            <a:pPr lvl="0"/>
            <a:r>
              <a:rPr lang="en-IN" dirty="0"/>
              <a:t>.</a:t>
            </a:r>
            <a:r>
              <a:rPr lang="en-IN" dirty="0" err="1"/>
              <a:t>doubleValue</a:t>
            </a:r>
            <a:r>
              <a:rPr lang="en-IN" dirty="0"/>
              <a:t>(): Converts any number to a double for calculation.</a:t>
            </a:r>
          </a:p>
          <a:p>
            <a:pPr lvl="0"/>
            <a:r>
              <a:rPr lang="en-IN" dirty="0"/>
              <a:t>Works for any array of numbers as long as the elements are subclasses of Number.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314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7077-18C6-C3BF-F13B-ECEF04BE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The ? (Wildcard) in Java Generics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8F055-C481-A5E3-F549-180D4FFA4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? means </a:t>
            </a:r>
            <a:r>
              <a:rPr lang="en-IN" b="1" dirty="0"/>
              <a:t>"some unknown type"</a:t>
            </a:r>
            <a:r>
              <a:rPr lang="en-IN" dirty="0"/>
              <a:t>. It is used when you </a:t>
            </a:r>
            <a:r>
              <a:rPr lang="en-IN" b="1" dirty="0"/>
              <a:t>use</a:t>
            </a:r>
            <a:r>
              <a:rPr lang="en-IN" dirty="0"/>
              <a:t> a generic type (method parameters, variables), not when you declare a class or interface. </a:t>
            </a:r>
          </a:p>
          <a:p>
            <a:pPr algn="just"/>
            <a:r>
              <a:rPr lang="en-IN" dirty="0"/>
              <a:t>We write T to declare, and ? to say "I accept any type here and don't care which."</a:t>
            </a:r>
          </a:p>
        </p:txBody>
      </p:sp>
    </p:spTree>
    <p:extLst>
      <p:ext uri="{BB962C8B-B14F-4D97-AF65-F5344CB8AC3E}">
        <p14:creationId xmlns:p14="http://schemas.microsoft.com/office/powerpoint/2010/main" val="2220704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FF8C-8484-56CF-F501-C38647B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Unbounded: &lt;?&gt;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F79D-6763-39FC-25BD-47A289A4D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2225C7-9789-F234-E418-554221872D79}"/>
              </a:ext>
            </a:extLst>
          </p:cNvPr>
          <p:cNvSpPr/>
          <p:nvPr/>
        </p:nvSpPr>
        <p:spPr>
          <a:xfrm>
            <a:off x="1016000" y="1468293"/>
            <a:ext cx="5080000" cy="50245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80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java.util.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*;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Main 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>
                <a:solidFill>
                  <a:srgbClr val="0033B3"/>
                </a:solidFill>
                <a:effectLst/>
                <a:latin typeface="JetBrains Mono"/>
              </a:rPr>
              <a:t>static void </a:t>
            </a:r>
            <a:r>
              <a:rPr lang="en-IN" sz="1800">
                <a:solidFill>
                  <a:srgbClr val="00627A"/>
                </a:solidFill>
                <a:effectLst/>
                <a:latin typeface="JetBrains Mono"/>
              </a:rPr>
              <a:t>printAll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&lt;?&gt;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Object o 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.print(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o 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IN" sz="1800"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.println();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IN" sz="180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i="1">
                <a:solidFill>
                  <a:srgbClr val="080808"/>
                </a:solidFill>
                <a:effectLst/>
                <a:latin typeface="JetBrains Mono"/>
              </a:rPr>
              <a:t>printAll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i="1">
                <a:solidFill>
                  <a:srgbClr val="080808"/>
                </a:solidFill>
                <a:effectLst/>
                <a:latin typeface="JetBrains Mono"/>
              </a:rPr>
              <a:t>printAll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67D17"/>
                </a:solidFill>
                <a:effectLst/>
                <a:latin typeface="JetBrains Mono"/>
              </a:rPr>
              <a:t>"A"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>
                <a:solidFill>
                  <a:srgbClr val="067D17"/>
                </a:solidFill>
                <a:effectLst/>
                <a:latin typeface="JetBrains Mono"/>
              </a:rPr>
              <a:t>"B"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i="1">
                <a:solidFill>
                  <a:srgbClr val="080808"/>
                </a:solidFill>
                <a:effectLst/>
                <a:latin typeface="JetBrains Mono"/>
              </a:rPr>
              <a:t>printAll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IN" sz="1800" i="1"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>
                <a:solidFill>
                  <a:srgbClr val="1750EB"/>
                </a:solidFill>
                <a:effectLst/>
                <a:latin typeface="JetBrains Mono"/>
              </a:rPr>
              <a:t>1.5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>
                <a:solidFill>
                  <a:srgbClr val="1750EB"/>
                </a:solidFill>
                <a:effectLst/>
                <a:latin typeface="JetBrains Mono"/>
              </a:rPr>
              <a:t>2.5</a:t>
            </a: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6E1C7-2444-13F3-DC60-6C061A090C34}"/>
              </a:ext>
            </a:extLst>
          </p:cNvPr>
          <p:cNvSpPr/>
          <p:nvPr/>
        </p:nvSpPr>
        <p:spPr>
          <a:xfrm>
            <a:off x="7490691" y="2807855"/>
            <a:ext cx="2475345" cy="1477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Output:</a:t>
            </a:r>
          </a:p>
          <a:p>
            <a:r>
              <a:rPr lang="en-IN"/>
              <a:t>1 2 3 </a:t>
            </a:r>
          </a:p>
          <a:p>
            <a:r>
              <a:rPr lang="en-IN"/>
              <a:t>A B </a:t>
            </a:r>
          </a:p>
          <a:p>
            <a:r>
              <a:rPr lang="en-IN"/>
              <a:t>1.5 2.5</a:t>
            </a:r>
          </a:p>
        </p:txBody>
      </p:sp>
    </p:spTree>
    <p:extLst>
      <p:ext uri="{BB962C8B-B14F-4D97-AF65-F5344CB8AC3E}">
        <p14:creationId xmlns:p14="http://schemas.microsoft.com/office/powerpoint/2010/main" val="2730060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A83C-CC15-F874-B997-1407E40C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Upper bounded: &lt;? extends Number&gt;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7ADD-D279-A560-89A2-D95550CC0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BD31D-021F-2923-8002-589610BD952E}"/>
              </a:ext>
            </a:extLst>
          </p:cNvPr>
          <p:cNvSpPr/>
          <p:nvPr/>
        </p:nvSpPr>
        <p:spPr>
          <a:xfrm>
            <a:off x="932873" y="1847273"/>
            <a:ext cx="6271491" cy="4424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static double </a:t>
            </a: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sum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(List&lt;?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total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Number n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total 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+= </a:t>
            </a:r>
            <a:r>
              <a:rPr lang="en-IN" sz="1800" dirty="0" err="1">
                <a:solidFill>
                  <a:srgbClr val="000000"/>
                </a:solidFill>
                <a:effectLst/>
                <a:latin typeface="JetBrains Mono"/>
              </a:rPr>
              <a:t>n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.doubleValue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IN" sz="1800" dirty="0">
                <a:solidFill>
                  <a:srgbClr val="000000"/>
                </a:solidFill>
                <a:effectLst/>
                <a:latin typeface="JetBrains Mono"/>
              </a:rPr>
              <a:t>total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sum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List.of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));       </a:t>
            </a:r>
            <a:r>
              <a:rPr lang="en-IN" sz="1800" i="1" dirty="0">
                <a:solidFill>
                  <a:srgbClr val="8C8C8C"/>
                </a:solidFill>
                <a:effectLst/>
                <a:latin typeface="JetBrains Mono"/>
              </a:rPr>
              <a:t>// List&lt;Integer&gt;  -&gt; 6.0</a:t>
            </a:r>
            <a:br>
              <a:rPr lang="en-IN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00627A"/>
                </a:solidFill>
                <a:effectLst/>
                <a:latin typeface="JetBrains Mono"/>
              </a:rPr>
              <a:t>sum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 err="1">
                <a:solidFill>
                  <a:srgbClr val="080808"/>
                </a:solidFill>
                <a:effectLst/>
                <a:latin typeface="JetBrains Mono"/>
              </a:rPr>
              <a:t>List.of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1.5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IN" sz="1800" dirty="0">
                <a:solidFill>
                  <a:srgbClr val="1750EB"/>
                </a:solidFill>
                <a:effectLst/>
                <a:latin typeface="JetBrains Mono"/>
              </a:rPr>
              <a:t>2.5</a:t>
            </a:r>
            <a:r>
              <a:rPr lang="en-IN" sz="1800" dirty="0">
                <a:solidFill>
                  <a:srgbClr val="080808"/>
                </a:solidFill>
                <a:effectLst/>
                <a:latin typeface="JetBrains Mono"/>
              </a:rPr>
              <a:t>));      </a:t>
            </a:r>
            <a:r>
              <a:rPr lang="en-IN" sz="1800" i="1" dirty="0">
                <a:solidFill>
                  <a:srgbClr val="8C8C8C"/>
                </a:solidFill>
                <a:effectLst/>
                <a:latin typeface="JetBrains Mono"/>
              </a:rPr>
              <a:t>// List&lt;Double&gt;   -&gt; 4.0</a:t>
            </a:r>
            <a:endParaRPr lang="en-IN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42853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3DEE-9678-E4AD-59E4-5956CD83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C3BB-4392-8EEA-8B63-2FCDE50A0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read elements as Number.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cannot add to the list (except null), because the compiler does not know the exact type: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void test(List&lt;? extends Number&gt; list)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Number n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list.get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    // OK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list.add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(5);               // ERROR: the list might really be List&lt;Double&gt;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297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6E7E-196F-3658-E81E-3831C3BF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Lower bounded: &lt;? super Integer&gt;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72896-DDA6-95B9-334F-3D0B1E6B9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sz="2800" dirty="0">
                <a:solidFill>
                  <a:srgbClr val="0033B3"/>
                </a:solidFill>
                <a:effectLst/>
                <a:latin typeface="JetBrains Mono"/>
              </a:rPr>
              <a:t>static void </a:t>
            </a:r>
            <a:r>
              <a:rPr lang="en-IN" sz="2800" dirty="0" err="1">
                <a:solidFill>
                  <a:srgbClr val="00627A"/>
                </a:solidFill>
                <a:effectLst/>
                <a:latin typeface="JetBrains Mono"/>
              </a:rPr>
              <a:t>addNumbers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(List&lt;? </a:t>
            </a:r>
            <a:r>
              <a:rPr lang="en-IN" sz="2800" dirty="0">
                <a:solidFill>
                  <a:srgbClr val="0033B3"/>
                </a:solidFill>
                <a:effectLst/>
                <a:latin typeface="JetBrains Mono"/>
              </a:rPr>
              <a:t>super </a:t>
            </a:r>
            <a:r>
              <a:rPr lang="en-IN" sz="28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IN" sz="28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2800" dirty="0" err="1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28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2800" dirty="0"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IN" sz="2800" dirty="0" err="1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IN" sz="28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2800" dirty="0"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2800" dirty="0" err="1">
                <a:solidFill>
                  <a:srgbClr val="00627A"/>
                </a:solidFill>
                <a:effectLst/>
                <a:latin typeface="JetBrains Mono"/>
              </a:rPr>
              <a:t>addNumbers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2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2800" dirty="0" err="1">
                <a:solidFill>
                  <a:srgbClr val="080808"/>
                </a:solidFill>
                <a:effectLst/>
                <a:latin typeface="JetBrains Mono"/>
              </a:rPr>
              <a:t>ArrayList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28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&gt;());</a:t>
            </a: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2800" dirty="0" err="1">
                <a:solidFill>
                  <a:srgbClr val="00627A"/>
                </a:solidFill>
                <a:effectLst/>
                <a:latin typeface="JetBrains Mono"/>
              </a:rPr>
              <a:t>addNumbers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2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2800" dirty="0" err="1">
                <a:solidFill>
                  <a:srgbClr val="080808"/>
                </a:solidFill>
                <a:effectLst/>
                <a:latin typeface="JetBrains Mono"/>
              </a:rPr>
              <a:t>ArrayList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28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&gt;());</a:t>
            </a:r>
            <a:b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IN" sz="2800" dirty="0" err="1">
                <a:solidFill>
                  <a:srgbClr val="00627A"/>
                </a:solidFill>
                <a:effectLst/>
                <a:latin typeface="JetBrains Mono"/>
              </a:rPr>
              <a:t>addNumbers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IN" sz="2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IN" sz="2800" dirty="0" err="1">
                <a:solidFill>
                  <a:srgbClr val="080808"/>
                </a:solidFill>
                <a:effectLst/>
                <a:latin typeface="JetBrains Mono"/>
              </a:rPr>
              <a:t>ArrayList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IN" sz="2800" dirty="0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en-IN" sz="2800" dirty="0">
                <a:solidFill>
                  <a:srgbClr val="080808"/>
                </a:solidFill>
                <a:effectLst/>
                <a:latin typeface="JetBrains Mono"/>
              </a:rPr>
              <a:t>&gt;());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? super Integer means "</a:t>
            </a:r>
            <a:r>
              <a:rPr lang="en-IN" b="1" dirty="0">
                <a:solidFill>
                  <a:srgbClr val="FF0000"/>
                </a:solidFill>
              </a:rPr>
              <a:t>some unknown type that is Integer or any superclass of Integer</a:t>
            </a:r>
            <a:r>
              <a:rPr lang="en-IN" dirty="0"/>
              <a:t>". The bound sets a floor: the type can be Integer or anything above it in the hierarchy.</a:t>
            </a:r>
          </a:p>
        </p:txBody>
      </p:sp>
    </p:spTree>
    <p:extLst>
      <p:ext uri="{BB962C8B-B14F-4D97-AF65-F5344CB8AC3E}">
        <p14:creationId xmlns:p14="http://schemas.microsoft.com/office/powerpoint/2010/main" val="1998727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D58C-5A24-4DE3-EE99-018C99F4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58EE-30B2-B9AC-DB96-2F27BBCD4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Object</a:t>
            </a:r>
          </a:p>
          <a:p>
            <a:pPr marL="0" indent="0">
              <a:buNone/>
            </a:pPr>
            <a:r>
              <a:rPr lang="en-IN" dirty="0"/>
              <a:t>  └── Number</a:t>
            </a:r>
          </a:p>
          <a:p>
            <a:pPr marL="0" indent="0">
              <a:buNone/>
            </a:pPr>
            <a:r>
              <a:rPr lang="en-IN" dirty="0"/>
              <a:t>        └── Integer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657631-8127-C54F-50AE-27BE24CBC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93044"/>
              </p:ext>
            </p:extLst>
          </p:nvPr>
        </p:nvGraphicFramePr>
        <p:xfrm>
          <a:off x="1182028" y="3884488"/>
          <a:ext cx="8999036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99518">
                  <a:extLst>
                    <a:ext uri="{9D8B030D-6E8A-4147-A177-3AD203B41FA5}">
                      <a16:colId xmlns:a16="http://schemas.microsoft.com/office/drawing/2014/main" val="3167038578"/>
                    </a:ext>
                  </a:extLst>
                </a:gridCol>
                <a:gridCol w="4499518">
                  <a:extLst>
                    <a:ext uri="{9D8B030D-6E8A-4147-A177-3AD203B41FA5}">
                      <a16:colId xmlns:a16="http://schemas.microsoft.com/office/drawing/2014/main" val="4177173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List&lt;Integer&gt;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22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List&lt;Number&gt;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70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List&lt;Object&gt;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87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List&lt;Double&gt;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(not a superclass of Integer)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26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List&lt;String&gt;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520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163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B31F-AB26-4F2B-F3C8-CA3A7B45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using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0B03D-DBFE-CF9E-62DA-FC7D6AF84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static</a:t>
            </a:r>
            <a:r>
              <a:rPr lang="fr-FR" dirty="0"/>
              <a:t> &lt;T&gt; </a:t>
            </a:r>
            <a:r>
              <a:rPr lang="fr-FR" dirty="0" err="1"/>
              <a:t>void</a:t>
            </a:r>
            <a:r>
              <a:rPr lang="fr-FR" dirty="0"/>
              <a:t> sort(List&lt;T&gt; </a:t>
            </a:r>
            <a:r>
              <a:rPr lang="fr-FR" dirty="0" err="1"/>
              <a:t>list</a:t>
            </a:r>
            <a:r>
              <a:rPr lang="fr-FR" dirty="0"/>
              <a:t>, Comparator&lt;? super T&gt; c)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IN" dirty="0"/>
              <a:t>Comparator&lt;Number&gt; </a:t>
            </a:r>
            <a:r>
              <a:rPr lang="en-IN" dirty="0" err="1"/>
              <a:t>byValue</a:t>
            </a:r>
            <a:r>
              <a:rPr lang="en-IN" dirty="0"/>
              <a:t> = (a, b) -&gt; </a:t>
            </a:r>
            <a:r>
              <a:rPr lang="en-IN" dirty="0" err="1"/>
              <a:t>Double.compare</a:t>
            </a:r>
            <a:r>
              <a:rPr lang="en-IN" dirty="0"/>
              <a:t>(</a:t>
            </a:r>
            <a:r>
              <a:rPr lang="en-IN" dirty="0" err="1"/>
              <a:t>a.doubleValue</a:t>
            </a:r>
            <a:r>
              <a:rPr lang="en-IN" dirty="0"/>
              <a:t>(), </a:t>
            </a:r>
            <a:r>
              <a:rPr lang="en-IN" dirty="0" err="1"/>
              <a:t>b.doubleValue</a:t>
            </a:r>
            <a:r>
              <a:rPr lang="en-IN" dirty="0"/>
              <a:t>());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List&lt;Integer&gt; </a:t>
            </a:r>
            <a:r>
              <a:rPr lang="en-IN" dirty="0" err="1"/>
              <a:t>nums</a:t>
            </a:r>
            <a:r>
              <a:rPr lang="en-IN" dirty="0"/>
              <a:t> = new </a:t>
            </a:r>
            <a:r>
              <a:rPr lang="en-IN" dirty="0" err="1"/>
              <a:t>ArrayList</a:t>
            </a:r>
            <a:r>
              <a:rPr lang="en-IN" dirty="0"/>
              <a:t>&lt;&gt;(</a:t>
            </a:r>
            <a:r>
              <a:rPr lang="en-IN" dirty="0" err="1"/>
              <a:t>List.of</a:t>
            </a:r>
            <a:r>
              <a:rPr lang="en-IN" dirty="0"/>
              <a:t>(5, 2, 9));</a:t>
            </a:r>
          </a:p>
          <a:p>
            <a:pPr marL="0" indent="0">
              <a:buNone/>
            </a:pPr>
            <a:r>
              <a:rPr lang="en-IN" dirty="0" err="1"/>
              <a:t>nums.sort</a:t>
            </a:r>
            <a:r>
              <a:rPr lang="en-IN" dirty="0"/>
              <a:t>(</a:t>
            </a:r>
            <a:r>
              <a:rPr lang="en-IN" dirty="0" err="1"/>
              <a:t>byValue</a:t>
            </a:r>
            <a:r>
              <a:rPr lang="en-IN" dirty="0"/>
              <a:t>);     // works because Comparator&lt;? super Integer&gt; accepts Comparator&lt;Number&gt;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nums</a:t>
            </a:r>
            <a:r>
              <a:rPr lang="en-IN" dirty="0"/>
              <a:t>);   // [2, 5, 9]</a:t>
            </a:r>
          </a:p>
        </p:txBody>
      </p:sp>
    </p:spTree>
    <p:extLst>
      <p:ext uri="{BB962C8B-B14F-4D97-AF65-F5344CB8AC3E}">
        <p14:creationId xmlns:p14="http://schemas.microsoft.com/office/powerpoint/2010/main" val="220441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7996-32E8-0478-2985-51FB5783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9900D-5FF1-784D-F308-DC97D640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 comparator that can compare any Number can certainly compare Integers, so super lets you reuse it. </a:t>
            </a:r>
          </a:p>
          <a:p>
            <a:pPr algn="just"/>
            <a:r>
              <a:rPr lang="en-IN" dirty="0"/>
              <a:t>Without super, you would need a separate Comparator&lt;Integer&gt;.</a:t>
            </a:r>
          </a:p>
        </p:txBody>
      </p:sp>
    </p:spTree>
    <p:extLst>
      <p:ext uri="{BB962C8B-B14F-4D97-AF65-F5344CB8AC3E}">
        <p14:creationId xmlns:p14="http://schemas.microsoft.com/office/powerpoint/2010/main" val="210352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2045</Words>
  <Application>Microsoft Office PowerPoint</Application>
  <PresentationFormat>Widescreen</PresentationFormat>
  <Paragraphs>117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JetBrains Mono</vt:lpstr>
      <vt:lpstr>Times New Roman</vt:lpstr>
      <vt:lpstr>Office Theme</vt:lpstr>
      <vt:lpstr>Generics</vt:lpstr>
      <vt:lpstr>PowerPoint Presentation</vt:lpstr>
      <vt:lpstr>PowerPoint Presentation</vt:lpstr>
      <vt:lpstr>Generic class</vt:lpstr>
      <vt:lpstr>PowerPoint Presentation</vt:lpstr>
      <vt:lpstr>Multiple type parameters</vt:lpstr>
      <vt:lpstr>PowerPoint Presentation</vt:lpstr>
      <vt:lpstr>PowerPoint Presentation</vt:lpstr>
      <vt:lpstr>Generic interface</vt:lpstr>
      <vt:lpstr>Example Program using Interface</vt:lpstr>
      <vt:lpstr>Generic Methods</vt:lpstr>
      <vt:lpstr>Generic methods</vt:lpstr>
      <vt:lpstr>Bounded type parameters</vt:lpstr>
      <vt:lpstr>PowerPoint Presentation</vt:lpstr>
      <vt:lpstr>PowerPoint Presentation</vt:lpstr>
      <vt:lpstr>PowerPoint Presentation</vt:lpstr>
      <vt:lpstr>PowerPoint Presentation</vt:lpstr>
      <vt:lpstr>The ? (Wildcard) in Java Generics </vt:lpstr>
      <vt:lpstr>1. Unbounded: &lt;?&gt;</vt:lpstr>
      <vt:lpstr>2. Upper bounded: &lt;? extends Number&gt;</vt:lpstr>
      <vt:lpstr>PowerPoint Presentation</vt:lpstr>
      <vt:lpstr>3. Lower bounded: &lt;? super Integer&gt;</vt:lpstr>
      <vt:lpstr>PowerPoint Presentation</vt:lpstr>
      <vt:lpstr>Example using Comparator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Anusuya R</dc:creator>
  <cp:lastModifiedBy>Anusuya R</cp:lastModifiedBy>
  <cp:revision>1</cp:revision>
  <dcterms:created xsi:type="dcterms:W3CDTF">2026-10-17T05:03:44Z</dcterms:created>
  <dcterms:modified xsi:type="dcterms:W3CDTF">2026-10-19T09:30:43Z</dcterms:modified>
</cp:coreProperties>
</file>