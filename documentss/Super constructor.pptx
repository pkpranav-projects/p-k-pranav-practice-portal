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0"/>
  </p:notesMasterIdLst>
  <p:sldIdLst>
    <p:sldId id="256" r:id="rId2"/>
    <p:sldId id="302" r:id="rId3"/>
    <p:sldId id="481" r:id="rId4"/>
    <p:sldId id="478" r:id="rId5"/>
    <p:sldId id="480" r:id="rId6"/>
    <p:sldId id="482" r:id="rId7"/>
    <p:sldId id="494" r:id="rId8"/>
    <p:sldId id="39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77" autoAdjust="0"/>
  </p:normalViewPr>
  <p:slideViewPr>
    <p:cSldViewPr>
      <p:cViewPr varScale="1">
        <p:scale>
          <a:sx n="67" d="100"/>
          <a:sy n="67" d="100"/>
        </p:scale>
        <p:origin x="11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6D9C74-25A8-4063-ADDB-DD1124776665}" type="datetimeFigureOut">
              <a:rPr lang="en-US" smtClean="0"/>
              <a:pPr/>
              <a:t>10/19/2026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6EE949-BB28-4017-B2B8-EE3CB65A3407}" type="slidenum">
              <a:rPr lang="en-US" smtClean="0"/>
              <a:pPr/>
              <a:t>‹#›</a:t>
            </a:fld>
            <a:endParaRPr lang="en-US"/>
          </a:p>
        </p:txBody>
      </p:sp>
    </p:spTree>
    <p:extLst>
      <p:ext uri="{BB962C8B-B14F-4D97-AF65-F5344CB8AC3E}">
        <p14:creationId xmlns:p14="http://schemas.microsoft.com/office/powerpoint/2010/main" val="4091647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10/19/2026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10/19/2026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10/19/2026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10/19/2026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10/19/2026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2362200"/>
            <a:ext cx="6477000" cy="1828800"/>
          </a:xfrm>
        </p:spPr>
        <p:txBody>
          <a:bodyPr/>
          <a:lstStyle/>
          <a:p>
            <a:pPr algn="ctr"/>
            <a:r>
              <a:rPr lang="en-US" dirty="0"/>
              <a:t>Java Programming</a:t>
            </a:r>
            <a:br>
              <a:rPr lang="en-US" dirty="0"/>
            </a:br>
            <a:endParaRPr lang="en-US" dirty="0"/>
          </a:p>
        </p:txBody>
      </p:sp>
      <p:sp>
        <p:nvSpPr>
          <p:cNvPr id="3" name="Subtitle 2"/>
          <p:cNvSpPr>
            <a:spLocks noGrp="1"/>
          </p:cNvSpPr>
          <p:nvPr>
            <p:ph type="subTitle" idx="1"/>
          </p:nvPr>
        </p:nvSpPr>
        <p:spPr>
          <a:xfrm>
            <a:off x="-76200" y="6019800"/>
            <a:ext cx="3214255" cy="762000"/>
          </a:xfrm>
        </p:spPr>
        <p:txBody>
          <a:bodyPr>
            <a:normAutofit fontScale="85000" lnSpcReduction="20000"/>
          </a:bodyPr>
          <a:lstStyle/>
          <a:p>
            <a:r>
              <a:rPr lang="en-US" dirty="0" err="1"/>
              <a:t>Dr.R.Anusuya</a:t>
            </a:r>
            <a:endParaRPr lang="en-US" dirty="0"/>
          </a:p>
          <a:p>
            <a:r>
              <a:rPr lang="en-US" dirty="0"/>
              <a:t>Assistant Professor</a:t>
            </a:r>
          </a:p>
        </p:txBody>
      </p:sp>
      <p:sp>
        <p:nvSpPr>
          <p:cNvPr id="6" name="AutoShape 6" descr="Image result for java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1371600"/>
            <a:ext cx="193357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5440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Concepts</a:t>
            </a:r>
            <a:endParaRPr lang="en-US" dirty="0"/>
          </a:p>
        </p:txBody>
      </p:sp>
      <p:sp>
        <p:nvSpPr>
          <p:cNvPr id="3" name="Content Placeholder 2"/>
          <p:cNvSpPr>
            <a:spLocks noGrp="1"/>
          </p:cNvSpPr>
          <p:nvPr>
            <p:ph sz="quarter" idx="1"/>
          </p:nvPr>
        </p:nvSpPr>
        <p:spPr/>
        <p:txBody>
          <a:bodyPr/>
          <a:lstStyle/>
          <a:p>
            <a:r>
              <a:rPr lang="en-GB" dirty="0"/>
              <a:t>Super constructor()</a:t>
            </a:r>
          </a:p>
          <a:p>
            <a:r>
              <a:rPr lang="en-GB" dirty="0"/>
              <a:t>Super for accessing member</a:t>
            </a:r>
          </a:p>
          <a:p>
            <a:r>
              <a:rPr lang="en-GB" dirty="0"/>
              <a:t>Access rights</a:t>
            </a:r>
          </a:p>
          <a:p>
            <a:pPr>
              <a:buNone/>
            </a:pPr>
            <a:endParaRPr lang="en-GB" dirty="0"/>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super()</a:t>
            </a:r>
            <a:endParaRPr lang="en-US" dirty="0"/>
          </a:p>
        </p:txBody>
      </p:sp>
      <p:sp>
        <p:nvSpPr>
          <p:cNvPr id="3" name="Content Placeholder 2"/>
          <p:cNvSpPr>
            <a:spLocks noGrp="1"/>
          </p:cNvSpPr>
          <p:nvPr>
            <p:ph sz="quarter" idx="1"/>
          </p:nvPr>
        </p:nvSpPr>
        <p:spPr/>
        <p:txBody>
          <a:bodyPr/>
          <a:lstStyle/>
          <a:p>
            <a:r>
              <a:rPr lang="en-GB" dirty="0"/>
              <a:t>super() always refers to the </a:t>
            </a:r>
            <a:r>
              <a:rPr lang="en-GB" dirty="0" err="1"/>
              <a:t>superclass</a:t>
            </a:r>
            <a:r>
              <a:rPr lang="en-GB" dirty="0"/>
              <a:t> immediately above the calling class.</a:t>
            </a:r>
          </a:p>
          <a:p>
            <a:r>
              <a:rPr lang="en-GB" dirty="0"/>
              <a:t>super() must always be the first statement executed inside a subclass constructor.</a:t>
            </a:r>
          </a:p>
          <a:p>
            <a:r>
              <a:rPr lang="en-GB" dirty="0"/>
              <a:t>If super() is not used in base class constructor, then default constructor of each </a:t>
            </a:r>
            <a:r>
              <a:rPr lang="en-GB" dirty="0" err="1"/>
              <a:t>superclass</a:t>
            </a:r>
            <a:r>
              <a:rPr lang="en-GB" dirty="0"/>
              <a:t> will be executed.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Why Constructors are not inherited in Java</a:t>
            </a:r>
            <a:endParaRPr lang="en-US" dirty="0"/>
          </a:p>
        </p:txBody>
      </p:sp>
      <p:sp>
        <p:nvSpPr>
          <p:cNvPr id="3" name="Content Placeholder 2"/>
          <p:cNvSpPr>
            <a:spLocks noGrp="1"/>
          </p:cNvSpPr>
          <p:nvPr>
            <p:ph sz="quarter" idx="1"/>
          </p:nvPr>
        </p:nvSpPr>
        <p:spPr/>
        <p:txBody>
          <a:bodyPr>
            <a:normAutofit fontScale="85000" lnSpcReduction="10000"/>
          </a:bodyPr>
          <a:lstStyle/>
          <a:p>
            <a:pPr algn="just" fontAlgn="base"/>
            <a:r>
              <a:rPr lang="en-GB" dirty="0"/>
              <a:t>Constructor is a block of code that allows you to create an object of class and has same name as class with no explicit return type.</a:t>
            </a:r>
          </a:p>
          <a:p>
            <a:pPr algn="just" fontAlgn="base"/>
            <a:r>
              <a:rPr lang="en-GB" dirty="0"/>
              <a:t>Whenever a class (child class) extends another class (parent class), the sub class inherits state and behaviour in the form of variables and methods from its super class but it does not inherit constructor of super class because of following reasons:</a:t>
            </a:r>
          </a:p>
          <a:p>
            <a:pPr lvl="1" algn="just" fontAlgn="base"/>
            <a:r>
              <a:rPr lang="en-GB" dirty="0"/>
              <a:t>Constructors are special and have same name as class name. </a:t>
            </a:r>
          </a:p>
          <a:p>
            <a:pPr lvl="1" algn="just" fontAlgn="base"/>
            <a:r>
              <a:rPr lang="en-GB" dirty="0"/>
              <a:t>So if constructors were inherited in child class then child class would contain a parent class constructor which is against the constraint that constructor should have same name as class name. </a:t>
            </a:r>
          </a:p>
          <a:p>
            <a:pPr fontAlgn="base"/>
            <a:endParaRPr lang="en-GB" dirty="0"/>
          </a:p>
          <a:p>
            <a:pPr fontAlgn="base"/>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pPr algn="just" fontAlgn="base"/>
            <a:r>
              <a:rPr lang="en-GB" dirty="0"/>
              <a:t>Now suppose if constructors can be inherited then it will be impossible to achieving encapsulation. Because by using a super class’s constructor we can access/initialize private members of a class.</a:t>
            </a:r>
          </a:p>
          <a:p>
            <a:pPr algn="just" fontAlgn="base"/>
            <a:r>
              <a:rPr lang="en-GB" dirty="0"/>
              <a:t>A constructor cannot be called as a method. It is called when object of the class is created so it does not make sense of creating child class object using parent class constructor notation. i.e. Child c = new Parent();</a:t>
            </a:r>
          </a:p>
          <a:p>
            <a:pPr algn="just" fontAlgn="base"/>
            <a:r>
              <a:rPr lang="en-GB" dirty="0"/>
              <a:t>A parent class constructor is not inherited in child class and this is why super() is added automatically in child class constructor if there is no explicit call to super or this.</a:t>
            </a:r>
          </a:p>
          <a:p>
            <a:endParaRPr lang="en-US" dirty="0"/>
          </a:p>
          <a:p>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Super for </a:t>
            </a:r>
            <a:r>
              <a:rPr lang="en-GB" dirty="0" err="1"/>
              <a:t>acessing</a:t>
            </a:r>
            <a:r>
              <a:rPr lang="en-GB" dirty="0"/>
              <a:t> member</a:t>
            </a:r>
            <a:endParaRPr lang="en-US" dirty="0"/>
          </a:p>
        </p:txBody>
      </p:sp>
      <p:sp>
        <p:nvSpPr>
          <p:cNvPr id="3" name="Content Placeholder 2"/>
          <p:cNvSpPr>
            <a:spLocks noGrp="1"/>
          </p:cNvSpPr>
          <p:nvPr>
            <p:ph sz="quarter" idx="1"/>
          </p:nvPr>
        </p:nvSpPr>
        <p:spPr/>
        <p:txBody>
          <a:bodyPr/>
          <a:lstStyle/>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533400" y="1219201"/>
            <a:ext cx="4838700" cy="56388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5715000" y="3505200"/>
            <a:ext cx="1609725" cy="29527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Acess</a:t>
            </a:r>
            <a:r>
              <a:rPr lang="en-GB" dirty="0"/>
              <a:t> Rights for Different Elements</a:t>
            </a:r>
            <a:endParaRPr lang="en-US" dirty="0"/>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2236787" y="2752725"/>
            <a:ext cx="4905375" cy="21907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9800" y="2667000"/>
            <a:ext cx="4953000" cy="830997"/>
          </a:xfrm>
          <a:prstGeom prst="rect">
            <a:avLst/>
          </a:prstGeom>
          <a:noFill/>
        </p:spPr>
        <p:txBody>
          <a:bodyPr wrap="square" rtlCol="0">
            <a:spAutoFit/>
          </a:bodyPr>
          <a:lstStyle/>
          <a:p>
            <a:pPr algn="ctr"/>
            <a:r>
              <a:rPr lang="en-GB" sz="4800" b="1" dirty="0">
                <a:solidFill>
                  <a:schemeClr val="bg2">
                    <a:lumMod val="50000"/>
                  </a:schemeClr>
                </a:solidFill>
              </a:rPr>
              <a:t>THANK YOU</a:t>
            </a:r>
            <a:endParaRPr lang="en-US" sz="4800" b="1" dirty="0">
              <a:solidFill>
                <a:schemeClr val="bg2">
                  <a:lumMod val="50000"/>
                </a:schemeClr>
              </a:solidFill>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5705</TotalTime>
  <Words>318</Words>
  <Application>Microsoft Office PowerPoint</Application>
  <PresentationFormat>On-screen Show (4:3)</PresentationFormat>
  <Paragraphs>23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Tw Cen MT</vt:lpstr>
      <vt:lpstr>Wingdings</vt:lpstr>
      <vt:lpstr>Wingdings 2</vt:lpstr>
      <vt:lpstr>Median</vt:lpstr>
      <vt:lpstr>Java Programming </vt:lpstr>
      <vt:lpstr>Concepts</vt:lpstr>
      <vt:lpstr>super()</vt:lpstr>
      <vt:lpstr>Why Constructors are not inherited in Java</vt:lpstr>
      <vt:lpstr>PowerPoint Presentation</vt:lpstr>
      <vt:lpstr>Super for acessing member</vt:lpstr>
      <vt:lpstr>Acess Rights for Different Elements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Programming Introduction</dc:title>
  <dc:creator>anusaya</dc:creator>
  <cp:lastModifiedBy>Anusuya R</cp:lastModifiedBy>
  <cp:revision>267</cp:revision>
  <dcterms:created xsi:type="dcterms:W3CDTF">2006-08-16T00:00:00Z</dcterms:created>
  <dcterms:modified xsi:type="dcterms:W3CDTF">2026-10-19T09:11:27Z</dcterms:modified>
</cp:coreProperties>
</file>